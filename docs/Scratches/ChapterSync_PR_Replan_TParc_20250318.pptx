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2561" r:id="rId5"/>
    <p:sldId id="2562" r:id="rId6"/>
    <p:sldId id="2565" r:id="rId7"/>
    <p:sldId id="2587" r:id="rId8"/>
    <p:sldId id="2589" r:id="rId9"/>
    <p:sldId id="2590" r:id="rId10"/>
    <p:sldId id="2564" r:id="rId11"/>
    <p:sldId id="2592" r:id="rId12"/>
    <p:sldId id="2593" r:id="rId13"/>
    <p:sldId id="2594" r:id="rId14"/>
    <p:sldId id="2595" r:id="rId15"/>
    <p:sldId id="2596" r:id="rId16"/>
    <p:sldId id="2579" r:id="rId17"/>
    <p:sldId id="2598" r:id="rId18"/>
    <p:sldId id="2599" r:id="rId19"/>
    <p:sldId id="2582" r:id="rId20"/>
    <p:sldId id="2585" r:id="rId21"/>
    <p:sldId id="2586" r:id="rId2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racterísticas da peça AWS Lambda Sink para Comunicação com Tópicos Kafka para Consumo de Eventos" id="{80B5892A-FE0B-4B5F-B336-724AD9F62ECB}">
          <p14:sldIdLst>
            <p14:sldId id="2561"/>
            <p14:sldId id="2562"/>
          </p14:sldIdLst>
        </p14:section>
        <p14:section name="Introdução ao Kafka" id="{A531B645-2C2B-43F5-BBF5-85DE5611D49A}">
          <p14:sldIdLst>
            <p14:sldId id="2565"/>
            <p14:sldId id="2587"/>
            <p14:sldId id="2589"/>
            <p14:sldId id="2590"/>
            <p14:sldId id="2564"/>
          </p14:sldIdLst>
        </p14:section>
        <p14:section name="Configurações do Sink Connector" id="{C4877F71-8008-49DB-B8E3-72A01A7D2D53}">
          <p14:sldIdLst>
            <p14:sldId id="2592"/>
            <p14:sldId id="2593"/>
            <p14:sldId id="2594"/>
            <p14:sldId id="2595"/>
            <p14:sldId id="2596"/>
          </p14:sldIdLst>
        </p14:section>
        <p14:section name="Problema que tivemos" id="{8BB313A3-E6D5-42AB-B459-CCC7B766B4A9}">
          <p14:sldIdLst>
            <p14:sldId id="2579"/>
            <p14:sldId id="2598"/>
            <p14:sldId id="2599"/>
            <p14:sldId id="2582"/>
          </p14:sldIdLst>
        </p14:section>
        <p14:section name="Conclusão" id="{3C348DF1-AEDD-43F9-8D72-DF92F37334E0}">
          <p14:sldIdLst>
            <p14:sldId id="2585"/>
            <p14:sldId id="258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11F9D3-D55E-4E29-9AA2-0E0D99B62D68}" v="7344" dt="2025-03-18T07:17:12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109" autoAdjust="0"/>
  </p:normalViewPr>
  <p:slideViewPr>
    <p:cSldViewPr snapToGrid="0">
      <p:cViewPr varScale="1">
        <p:scale>
          <a:sx n="94" d="100"/>
          <a:sy n="94" d="100"/>
        </p:scale>
        <p:origin x="4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ristina Amorim dos Santos Borghi" userId="b4914ac19f0f288f" providerId="LiveId" clId="{2D11F9D3-D55E-4E29-9AA2-0E0D99B62D68}"/>
    <pc:docChg chg="undo custSel addSld delSld modSld sldOrd delSection modSection">
      <pc:chgData name="Renata Cristina Amorim dos Santos Borghi" userId="b4914ac19f0f288f" providerId="LiveId" clId="{2D11F9D3-D55E-4E29-9AA2-0E0D99B62D68}" dt="2025-03-18T07:17:12.701" v="9062" actId="6549"/>
      <pc:docMkLst>
        <pc:docMk/>
      </pc:docMkLst>
      <pc:sldChg chg="modSp modAnim">
        <pc:chgData name="Renata Cristina Amorim dos Santos Borghi" userId="b4914ac19f0f288f" providerId="LiveId" clId="{2D11F9D3-D55E-4E29-9AA2-0E0D99B62D68}" dt="2025-03-18T06:58:49.078" v="8028"/>
        <pc:sldMkLst>
          <pc:docMk/>
          <pc:sldMk cId="3985472749" sldId="2561"/>
        </pc:sldMkLst>
        <pc:spChg chg="mod">
          <ac:chgData name="Renata Cristina Amorim dos Santos Borghi" userId="b4914ac19f0f288f" providerId="LiveId" clId="{2D11F9D3-D55E-4E29-9AA2-0E0D99B62D68}" dt="2025-03-18T06:58:36.419" v="8027" actId="20577"/>
          <ac:spMkLst>
            <pc:docMk/>
            <pc:sldMk cId="3985472749" sldId="2561"/>
            <ac:spMk id="3" creationId="{0E15F0A6-3806-3EC7-E701-1C0BAF11ADED}"/>
          </ac:spMkLst>
        </pc:spChg>
      </pc:sldChg>
      <pc:sldChg chg="modSp mod modAnim modNotesTx">
        <pc:chgData name="Renata Cristina Amorim dos Santos Borghi" userId="b4914ac19f0f288f" providerId="LiveId" clId="{2D11F9D3-D55E-4E29-9AA2-0E0D99B62D68}" dt="2025-03-18T06:59:28.454" v="8036" actId="27636"/>
        <pc:sldMkLst>
          <pc:docMk/>
          <pc:sldMk cId="972602057" sldId="2562"/>
        </pc:sldMkLst>
        <pc:spChg chg="mod">
          <ac:chgData name="Renata Cristina Amorim dos Santos Borghi" userId="b4914ac19f0f288f" providerId="LiveId" clId="{2D11F9D3-D55E-4E29-9AA2-0E0D99B62D68}" dt="2025-03-18T06:59:14.849" v="8029" actId="1076"/>
          <ac:spMkLst>
            <pc:docMk/>
            <pc:sldMk cId="972602057" sldId="2562"/>
            <ac:spMk id="2" creationId="{4FEFBE4E-09D9-F7EB-04FA-A3880B77884F}"/>
          </ac:spMkLst>
        </pc:spChg>
        <pc:spChg chg="mod">
          <ac:chgData name="Renata Cristina Amorim dos Santos Borghi" userId="b4914ac19f0f288f" providerId="LiveId" clId="{2D11F9D3-D55E-4E29-9AA2-0E0D99B62D68}" dt="2025-03-18T06:59:28.454" v="8036" actId="27636"/>
          <ac:spMkLst>
            <pc:docMk/>
            <pc:sldMk cId="972602057" sldId="2562"/>
            <ac:spMk id="3" creationId="{5484B3B9-B679-57BB-8C45-287C215DA091}"/>
          </ac:spMkLst>
        </pc:spChg>
      </pc:sldChg>
      <pc:sldChg chg="del">
        <pc:chgData name="Renata Cristina Amorim dos Santos Borghi" userId="b4914ac19f0f288f" providerId="LiveId" clId="{2D11F9D3-D55E-4E29-9AA2-0E0D99B62D68}" dt="2025-03-18T06:57:41.885" v="8005" actId="47"/>
        <pc:sldMkLst>
          <pc:docMk/>
          <pc:sldMk cId="1605499159" sldId="2563"/>
        </pc:sldMkLst>
      </pc:sldChg>
      <pc:sldChg chg="addSp delSp modSp mod delAnim modAnim modNotesTx">
        <pc:chgData name="Renata Cristina Amorim dos Santos Borghi" userId="b4914ac19f0f288f" providerId="LiveId" clId="{2D11F9D3-D55E-4E29-9AA2-0E0D99B62D68}" dt="2025-03-18T07:09:25.945" v="8241" actId="14100"/>
        <pc:sldMkLst>
          <pc:docMk/>
          <pc:sldMk cId="145110237" sldId="2564"/>
        </pc:sldMkLst>
        <pc:spChg chg="mod">
          <ac:chgData name="Renata Cristina Amorim dos Santos Borghi" userId="b4914ac19f0f288f" providerId="LiveId" clId="{2D11F9D3-D55E-4E29-9AA2-0E0D99B62D68}" dt="2025-03-18T04:05:58.627" v="411" actId="20577"/>
          <ac:spMkLst>
            <pc:docMk/>
            <pc:sldMk cId="145110237" sldId="2564"/>
            <ac:spMk id="2" creationId="{37905F8F-5CFC-3F60-A39F-240E8960FFF1}"/>
          </ac:spMkLst>
        </pc:spChg>
        <pc:spChg chg="del mod">
          <ac:chgData name="Renata Cristina Amorim dos Santos Borghi" userId="b4914ac19f0f288f" providerId="LiveId" clId="{2D11F9D3-D55E-4E29-9AA2-0E0D99B62D68}" dt="2025-03-18T04:07:31.345" v="415" actId="478"/>
          <ac:spMkLst>
            <pc:docMk/>
            <pc:sldMk cId="145110237" sldId="2564"/>
            <ac:spMk id="4" creationId="{0D7A9C22-3381-D27D-0DF1-CB258568C226}"/>
          </ac:spMkLst>
        </pc:spChg>
        <pc:spChg chg="add del mod">
          <ac:chgData name="Renata Cristina Amorim dos Santos Borghi" userId="b4914ac19f0f288f" providerId="LiveId" clId="{2D11F9D3-D55E-4E29-9AA2-0E0D99B62D68}" dt="2025-03-18T04:06:09.160" v="413" actId="478"/>
          <ac:spMkLst>
            <pc:docMk/>
            <pc:sldMk cId="145110237" sldId="2564"/>
            <ac:spMk id="6" creationId="{56DC0CFA-CBBE-AF05-D01C-2A3AAD85B376}"/>
          </ac:spMkLst>
        </pc:spChg>
        <pc:spChg chg="add del mod">
          <ac:chgData name="Renata Cristina Amorim dos Santos Borghi" userId="b4914ac19f0f288f" providerId="LiveId" clId="{2D11F9D3-D55E-4E29-9AA2-0E0D99B62D68}" dt="2025-03-18T04:07:34.299" v="416" actId="478"/>
          <ac:spMkLst>
            <pc:docMk/>
            <pc:sldMk cId="145110237" sldId="2564"/>
            <ac:spMk id="8" creationId="{154F9164-87A4-85BF-45F8-4BAFF1EE2F1C}"/>
          </ac:spMkLst>
        </pc:spChg>
        <pc:spChg chg="add del mod">
          <ac:chgData name="Renata Cristina Amorim dos Santos Borghi" userId="b4914ac19f0f288f" providerId="LiveId" clId="{2D11F9D3-D55E-4E29-9AA2-0E0D99B62D68}" dt="2025-03-18T04:11:43.097" v="428" actId="478"/>
          <ac:spMkLst>
            <pc:docMk/>
            <pc:sldMk cId="145110237" sldId="2564"/>
            <ac:spMk id="10" creationId="{734A309D-B192-EA02-0F98-ECCDFFDDA709}"/>
          </ac:spMkLst>
        </pc:spChg>
        <pc:spChg chg="add mod">
          <ac:chgData name="Renata Cristina Amorim dos Santos Borghi" userId="b4914ac19f0f288f" providerId="LiveId" clId="{2D11F9D3-D55E-4E29-9AA2-0E0D99B62D68}" dt="2025-03-18T07:09:10.790" v="8240" actId="20577"/>
          <ac:spMkLst>
            <pc:docMk/>
            <pc:sldMk cId="145110237" sldId="2564"/>
            <ac:spMk id="11" creationId="{B393B68B-0CF7-ECC4-A3EB-6830C1DF1148}"/>
          </ac:spMkLst>
        </pc:spChg>
        <pc:spChg chg="add mod">
          <ac:chgData name="Renata Cristina Amorim dos Santos Borghi" userId="b4914ac19f0f288f" providerId="LiveId" clId="{2D11F9D3-D55E-4E29-9AA2-0E0D99B62D68}" dt="2025-03-18T07:09:25.945" v="8241" actId="14100"/>
          <ac:spMkLst>
            <pc:docMk/>
            <pc:sldMk cId="145110237" sldId="2564"/>
            <ac:spMk id="12" creationId="{7FBD8661-CE7C-9193-65FD-3208E5A04EAC}"/>
          </ac:spMkLst>
        </pc:spChg>
        <pc:picChg chg="del">
          <ac:chgData name="Renata Cristina Amorim dos Santos Borghi" userId="b4914ac19f0f288f" providerId="LiveId" clId="{2D11F9D3-D55E-4E29-9AA2-0E0D99B62D68}" dt="2025-03-18T04:06:06.073" v="412" actId="478"/>
          <ac:picMkLst>
            <pc:docMk/>
            <pc:sldMk cId="145110237" sldId="2564"/>
            <ac:picMk id="5" creationId="{27593C78-31DF-4A15-960B-AABD631CDA2E}"/>
          </ac:picMkLst>
        </pc:picChg>
        <pc:picChg chg="add del mod">
          <ac:chgData name="Renata Cristina Amorim dos Santos Borghi" userId="b4914ac19f0f288f" providerId="LiveId" clId="{2D11F9D3-D55E-4E29-9AA2-0E0D99B62D68}" dt="2025-03-18T04:11:19.671" v="422" actId="478"/>
          <ac:picMkLst>
            <pc:docMk/>
            <pc:sldMk cId="145110237" sldId="2564"/>
            <ac:picMk id="3074" creationId="{F61958FA-C3E2-147E-DE34-65D9CEFA7FC9}"/>
          </ac:picMkLst>
        </pc:picChg>
        <pc:picChg chg="add mod">
          <ac:chgData name="Renata Cristina Amorim dos Santos Borghi" userId="b4914ac19f0f288f" providerId="LiveId" clId="{2D11F9D3-D55E-4E29-9AA2-0E0D99B62D68}" dt="2025-03-18T04:34:44.901" v="1034"/>
          <ac:picMkLst>
            <pc:docMk/>
            <pc:sldMk cId="145110237" sldId="2564"/>
            <ac:picMk id="3076" creationId="{57814285-FE12-6C46-55B3-95109C58914E}"/>
          </ac:picMkLst>
        </pc:picChg>
      </pc:sldChg>
      <pc:sldChg chg="addSp delSp modSp mod delAnim modAnim modNotesTx">
        <pc:chgData name="Renata Cristina Amorim dos Santos Borghi" userId="b4914ac19f0f288f" providerId="LiveId" clId="{2D11F9D3-D55E-4E29-9AA2-0E0D99B62D68}" dt="2025-03-18T07:00:35.018" v="8044"/>
        <pc:sldMkLst>
          <pc:docMk/>
          <pc:sldMk cId="3503907086" sldId="2565"/>
        </pc:sldMkLst>
        <pc:spChg chg="del">
          <ac:chgData name="Renata Cristina Amorim dos Santos Borghi" userId="b4914ac19f0f288f" providerId="LiveId" clId="{2D11F9D3-D55E-4E29-9AA2-0E0D99B62D68}" dt="2025-03-18T04:21:38.421" v="651" actId="478"/>
          <ac:spMkLst>
            <pc:docMk/>
            <pc:sldMk cId="3503907086" sldId="2565"/>
            <ac:spMk id="4" creationId="{117AE045-D004-170E-EBDD-A85146103AE4}"/>
          </ac:spMkLst>
        </pc:spChg>
        <pc:spChg chg="del">
          <ac:chgData name="Renata Cristina Amorim dos Santos Borghi" userId="b4914ac19f0f288f" providerId="LiveId" clId="{2D11F9D3-D55E-4E29-9AA2-0E0D99B62D68}" dt="2025-03-18T04:21:35.761" v="650" actId="478"/>
          <ac:spMkLst>
            <pc:docMk/>
            <pc:sldMk cId="3503907086" sldId="2565"/>
            <ac:spMk id="9" creationId="{2D62B233-3620-A138-43C7-61C8000CE84C}"/>
          </ac:spMkLst>
        </pc:spChg>
        <pc:spChg chg="add del mod">
          <ac:chgData name="Renata Cristina Amorim dos Santos Borghi" userId="b4914ac19f0f288f" providerId="LiveId" clId="{2D11F9D3-D55E-4E29-9AA2-0E0D99B62D68}" dt="2025-03-18T04:21:51.404" v="659" actId="478"/>
          <ac:spMkLst>
            <pc:docMk/>
            <pc:sldMk cId="3503907086" sldId="2565"/>
            <ac:spMk id="11" creationId="{E21DB601-6020-58E8-298D-53ABA2C9A549}"/>
          </ac:spMkLst>
        </pc:spChg>
        <pc:spChg chg="add del mod">
          <ac:chgData name="Renata Cristina Amorim dos Santos Borghi" userId="b4914ac19f0f288f" providerId="LiveId" clId="{2D11F9D3-D55E-4E29-9AA2-0E0D99B62D68}" dt="2025-03-18T04:24:25.645" v="679" actId="478"/>
          <ac:spMkLst>
            <pc:docMk/>
            <pc:sldMk cId="3503907086" sldId="2565"/>
            <ac:spMk id="12" creationId="{2B0B10A8-AB52-ABE6-A2E0-7B33B3BA472D}"/>
          </ac:spMkLst>
        </pc:spChg>
        <pc:spChg chg="add mod">
          <ac:chgData name="Renata Cristina Amorim dos Santos Borghi" userId="b4914ac19f0f288f" providerId="LiveId" clId="{2D11F9D3-D55E-4E29-9AA2-0E0D99B62D68}" dt="2025-03-18T04:41:58.949" v="1063" actId="6549"/>
          <ac:spMkLst>
            <pc:docMk/>
            <pc:sldMk cId="3503907086" sldId="2565"/>
            <ac:spMk id="13" creationId="{0692CB1C-C746-1F27-0A58-0A2FB5192894}"/>
          </ac:spMkLst>
        </pc:spChg>
        <pc:picChg chg="mod">
          <ac:chgData name="Renata Cristina Amorim dos Santos Borghi" userId="b4914ac19f0f288f" providerId="LiveId" clId="{2D11F9D3-D55E-4E29-9AA2-0E0D99B62D68}" dt="2025-03-18T04:35:33.623" v="1036"/>
          <ac:picMkLst>
            <pc:docMk/>
            <pc:sldMk cId="3503907086" sldId="2565"/>
            <ac:picMk id="1030" creationId="{4FD6F965-61F2-2D6C-BD3B-A31C78299253}"/>
          </ac:picMkLst>
        </pc:picChg>
        <pc:picChg chg="mod">
          <ac:chgData name="Renata Cristina Amorim dos Santos Borghi" userId="b4914ac19f0f288f" providerId="LiveId" clId="{2D11F9D3-D55E-4E29-9AA2-0E0D99B62D68}" dt="2025-03-18T04:35:19.032" v="1035"/>
          <ac:picMkLst>
            <pc:docMk/>
            <pc:sldMk cId="3503907086" sldId="2565"/>
            <ac:picMk id="1034" creationId="{41B4E617-CD66-4318-1943-9FA263B37B3A}"/>
          </ac:picMkLst>
        </pc:picChg>
        <pc:picChg chg="add mod">
          <ac:chgData name="Renata Cristina Amorim dos Santos Borghi" userId="b4914ac19f0f288f" providerId="LiveId" clId="{2D11F9D3-D55E-4E29-9AA2-0E0D99B62D68}" dt="2025-03-18T04:37:04.434" v="1037"/>
          <ac:picMkLst>
            <pc:docMk/>
            <pc:sldMk cId="3503907086" sldId="2565"/>
            <ac:picMk id="1036" creationId="{F37ABD2C-C9D9-A5C3-A26F-1B911C63F719}"/>
          </ac:picMkLst>
        </pc:picChg>
        <pc:picChg chg="add mod">
          <ac:chgData name="Renata Cristina Amorim dos Santos Borghi" userId="b4914ac19f0f288f" providerId="LiveId" clId="{2D11F9D3-D55E-4E29-9AA2-0E0D99B62D68}" dt="2025-03-18T04:37:55.309" v="1039"/>
          <ac:picMkLst>
            <pc:docMk/>
            <pc:sldMk cId="3503907086" sldId="2565"/>
            <ac:picMk id="1038" creationId="{A257C7C9-D692-A65A-E650-912047B16542}"/>
          </ac:picMkLst>
        </pc:picChg>
      </pc:sldChg>
      <pc:sldChg chg="del">
        <pc:chgData name="Renata Cristina Amorim dos Santos Borghi" userId="b4914ac19f0f288f" providerId="LiveId" clId="{2D11F9D3-D55E-4E29-9AA2-0E0D99B62D68}" dt="2025-03-18T05:04:07.770" v="1339" actId="47"/>
        <pc:sldMkLst>
          <pc:docMk/>
          <pc:sldMk cId="2544411583" sldId="2567"/>
        </pc:sldMkLst>
      </pc:sldChg>
      <pc:sldChg chg="del">
        <pc:chgData name="Renata Cristina Amorim dos Santos Borghi" userId="b4914ac19f0f288f" providerId="LiveId" clId="{2D11F9D3-D55E-4E29-9AA2-0E0D99B62D68}" dt="2025-03-18T05:04:09.682" v="1340" actId="47"/>
        <pc:sldMkLst>
          <pc:docMk/>
          <pc:sldMk cId="1976341129" sldId="2568"/>
        </pc:sldMkLst>
      </pc:sldChg>
      <pc:sldChg chg="del">
        <pc:chgData name="Renata Cristina Amorim dos Santos Borghi" userId="b4914ac19f0f288f" providerId="LiveId" clId="{2D11F9D3-D55E-4E29-9AA2-0E0D99B62D68}" dt="2025-03-18T05:04:11.454" v="1341" actId="47"/>
        <pc:sldMkLst>
          <pc:docMk/>
          <pc:sldMk cId="1339136859" sldId="2569"/>
        </pc:sldMkLst>
      </pc:sldChg>
      <pc:sldChg chg="del">
        <pc:chgData name="Renata Cristina Amorim dos Santos Borghi" userId="b4914ac19f0f288f" providerId="LiveId" clId="{2D11F9D3-D55E-4E29-9AA2-0E0D99B62D68}" dt="2025-03-18T05:04:12.867" v="1342" actId="47"/>
        <pc:sldMkLst>
          <pc:docMk/>
          <pc:sldMk cId="264324715" sldId="2570"/>
        </pc:sldMkLst>
      </pc:sldChg>
      <pc:sldChg chg="addSp modSp del mod ord modClrScheme modAnim chgLayout modNotesTx">
        <pc:chgData name="Renata Cristina Amorim dos Santos Borghi" userId="b4914ac19f0f288f" providerId="LiveId" clId="{2D11F9D3-D55E-4E29-9AA2-0E0D99B62D68}" dt="2025-03-18T05:57:48.382" v="3559" actId="47"/>
        <pc:sldMkLst>
          <pc:docMk/>
          <pc:sldMk cId="477188792" sldId="2571"/>
        </pc:sldMkLst>
        <pc:spChg chg="mod ord">
          <ac:chgData name="Renata Cristina Amorim dos Santos Borghi" userId="b4914ac19f0f288f" providerId="LiveId" clId="{2D11F9D3-D55E-4E29-9AA2-0E0D99B62D68}" dt="2025-03-18T05:56:37.421" v="3525" actId="20577"/>
          <ac:spMkLst>
            <pc:docMk/>
            <pc:sldMk cId="477188792" sldId="2571"/>
            <ac:spMk id="2" creationId="{350A03F5-6C3D-AA0D-CCCA-7423DE094883}"/>
          </ac:spMkLst>
        </pc:spChg>
        <pc:spChg chg="add mod ord">
          <ac:chgData name="Renata Cristina Amorim dos Santos Borghi" userId="b4914ac19f0f288f" providerId="LiveId" clId="{2D11F9D3-D55E-4E29-9AA2-0E0D99B62D68}" dt="2025-03-18T05:39:06.204" v="2805" actId="20577"/>
          <ac:spMkLst>
            <pc:docMk/>
            <pc:sldMk cId="477188792" sldId="2571"/>
            <ac:spMk id="3" creationId="{8BCE9CA3-68D1-3CCE-C982-4EB95384910E}"/>
          </ac:spMkLst>
        </pc:spChg>
        <pc:spChg chg="add mod ord">
          <ac:chgData name="Renata Cristina Amorim dos Santos Borghi" userId="b4914ac19f0f288f" providerId="LiveId" clId="{2D11F9D3-D55E-4E29-9AA2-0E0D99B62D68}" dt="2025-03-18T05:42:31.265" v="2972" actId="20577"/>
          <ac:spMkLst>
            <pc:docMk/>
            <pc:sldMk cId="477188792" sldId="2571"/>
            <ac:spMk id="4" creationId="{6350D607-F6E5-E8F6-2CF5-528678C6C77A}"/>
          </ac:spMkLst>
        </pc:spChg>
      </pc:sldChg>
      <pc:sldChg chg="del">
        <pc:chgData name="Renata Cristina Amorim dos Santos Borghi" userId="b4914ac19f0f288f" providerId="LiveId" clId="{2D11F9D3-D55E-4E29-9AA2-0E0D99B62D68}" dt="2025-03-18T05:17:53.415" v="2021" actId="47"/>
        <pc:sldMkLst>
          <pc:docMk/>
          <pc:sldMk cId="2703509860" sldId="2572"/>
        </pc:sldMkLst>
      </pc:sldChg>
      <pc:sldChg chg="del">
        <pc:chgData name="Renata Cristina Amorim dos Santos Borghi" userId="b4914ac19f0f288f" providerId="LiveId" clId="{2D11F9D3-D55E-4E29-9AA2-0E0D99B62D68}" dt="2025-03-18T05:17:55.698" v="2022" actId="47"/>
        <pc:sldMkLst>
          <pc:docMk/>
          <pc:sldMk cId="407700940" sldId="2575"/>
        </pc:sldMkLst>
      </pc:sldChg>
      <pc:sldChg chg="del">
        <pc:chgData name="Renata Cristina Amorim dos Santos Borghi" userId="b4914ac19f0f288f" providerId="LiveId" clId="{2D11F9D3-D55E-4E29-9AA2-0E0D99B62D68}" dt="2025-03-18T05:17:59.074" v="2023" actId="47"/>
        <pc:sldMkLst>
          <pc:docMk/>
          <pc:sldMk cId="513359021" sldId="2578"/>
        </pc:sldMkLst>
      </pc:sldChg>
      <pc:sldChg chg="addSp modSp mod modAnim modNotesTx">
        <pc:chgData name="Renata Cristina Amorim dos Santos Borghi" userId="b4914ac19f0f288f" providerId="LiveId" clId="{2D11F9D3-D55E-4E29-9AA2-0E0D99B62D68}" dt="2025-03-18T07:08:23.404" v="8202"/>
        <pc:sldMkLst>
          <pc:docMk/>
          <pc:sldMk cId="3858285164" sldId="2579"/>
        </pc:sldMkLst>
        <pc:spChg chg="mod">
          <ac:chgData name="Renata Cristina Amorim dos Santos Borghi" userId="b4914ac19f0f288f" providerId="LiveId" clId="{2D11F9D3-D55E-4E29-9AA2-0E0D99B62D68}" dt="2025-03-18T06:28:53.441" v="5333" actId="6549"/>
          <ac:spMkLst>
            <pc:docMk/>
            <pc:sldMk cId="3858285164" sldId="2579"/>
            <ac:spMk id="2" creationId="{506BDA7D-D630-B2E6-0F4C-0C35C57CC19D}"/>
          </ac:spMkLst>
        </pc:spChg>
        <pc:spChg chg="add mod">
          <ac:chgData name="Renata Cristina Amorim dos Santos Borghi" userId="b4914ac19f0f288f" providerId="LiveId" clId="{2D11F9D3-D55E-4E29-9AA2-0E0D99B62D68}" dt="2025-03-18T06:54:55.312" v="7736" actId="20577"/>
          <ac:spMkLst>
            <pc:docMk/>
            <pc:sldMk cId="3858285164" sldId="2579"/>
            <ac:spMk id="3" creationId="{91F7CEB5-528A-6A00-0560-47B1FE6A636B}"/>
          </ac:spMkLst>
        </pc:spChg>
      </pc:sldChg>
      <pc:sldChg chg="del">
        <pc:chgData name="Renata Cristina Amorim dos Santos Borghi" userId="b4914ac19f0f288f" providerId="LiveId" clId="{2D11F9D3-D55E-4E29-9AA2-0E0D99B62D68}" dt="2025-03-18T05:27:45.305" v="2092" actId="2696"/>
        <pc:sldMkLst>
          <pc:docMk/>
          <pc:sldMk cId="3761264181" sldId="2580"/>
        </pc:sldMkLst>
      </pc:sldChg>
      <pc:sldChg chg="del">
        <pc:chgData name="Renata Cristina Amorim dos Santos Borghi" userId="b4914ac19f0f288f" providerId="LiveId" clId="{2D11F9D3-D55E-4E29-9AA2-0E0D99B62D68}" dt="2025-03-18T05:18:37.818" v="2027" actId="47"/>
        <pc:sldMkLst>
          <pc:docMk/>
          <pc:sldMk cId="16718858" sldId="2581"/>
        </pc:sldMkLst>
      </pc:sldChg>
      <pc:sldChg chg="addSp delSp modSp mod modAnim modNotesTx">
        <pc:chgData name="Renata Cristina Amorim dos Santos Borghi" userId="b4914ac19f0f288f" providerId="LiveId" clId="{2D11F9D3-D55E-4E29-9AA2-0E0D99B62D68}" dt="2025-03-18T06:54:03.953" v="7658" actId="20577"/>
        <pc:sldMkLst>
          <pc:docMk/>
          <pc:sldMk cId="2575143154" sldId="2582"/>
        </pc:sldMkLst>
        <pc:spChg chg="mod">
          <ac:chgData name="Renata Cristina Amorim dos Santos Borghi" userId="b4914ac19f0f288f" providerId="LiveId" clId="{2D11F9D3-D55E-4E29-9AA2-0E0D99B62D68}" dt="2025-03-18T06:10:51.682" v="3988" actId="20577"/>
          <ac:spMkLst>
            <pc:docMk/>
            <pc:sldMk cId="2575143154" sldId="2582"/>
            <ac:spMk id="2" creationId="{E8FFD49B-8D43-3E97-2E5C-04B0D1790441}"/>
          </ac:spMkLst>
        </pc:spChg>
        <pc:spChg chg="mod">
          <ac:chgData name="Renata Cristina Amorim dos Santos Borghi" userId="b4914ac19f0f288f" providerId="LiveId" clId="{2D11F9D3-D55E-4E29-9AA2-0E0D99B62D68}" dt="2025-03-18T06:54:03.953" v="7658" actId="20577"/>
          <ac:spMkLst>
            <pc:docMk/>
            <pc:sldMk cId="2575143154" sldId="2582"/>
            <ac:spMk id="4" creationId="{15FAC2BE-3B62-0AA9-A811-26A066128C89}"/>
          </ac:spMkLst>
        </pc:spChg>
        <pc:spChg chg="add del mod">
          <ac:chgData name="Renata Cristina Amorim dos Santos Borghi" userId="b4914ac19f0f288f" providerId="LiveId" clId="{2D11F9D3-D55E-4E29-9AA2-0E0D99B62D68}" dt="2025-03-18T06:10:56.872" v="3990" actId="478"/>
          <ac:spMkLst>
            <pc:docMk/>
            <pc:sldMk cId="2575143154" sldId="2582"/>
            <ac:spMk id="6" creationId="{5FDEBFFC-97E0-0EF4-6DB7-D130F74EA846}"/>
          </ac:spMkLst>
        </pc:spChg>
        <pc:picChg chg="del">
          <ac:chgData name="Renata Cristina Amorim dos Santos Borghi" userId="b4914ac19f0f288f" providerId="LiveId" clId="{2D11F9D3-D55E-4E29-9AA2-0E0D99B62D68}" dt="2025-03-18T06:10:54.166" v="3989" actId="478"/>
          <ac:picMkLst>
            <pc:docMk/>
            <pc:sldMk cId="2575143154" sldId="2582"/>
            <ac:picMk id="5" creationId="{93BBFD4B-920B-4DFA-8E03-2A06D421549C}"/>
          </ac:picMkLst>
        </pc:picChg>
      </pc:sldChg>
      <pc:sldChg chg="del">
        <pc:chgData name="Renata Cristina Amorim dos Santos Borghi" userId="b4914ac19f0f288f" providerId="LiveId" clId="{2D11F9D3-D55E-4E29-9AA2-0E0D99B62D68}" dt="2025-03-18T05:18:30.011" v="2026" actId="47"/>
        <pc:sldMkLst>
          <pc:docMk/>
          <pc:sldMk cId="1302009255" sldId="2583"/>
        </pc:sldMkLst>
      </pc:sldChg>
      <pc:sldChg chg="del">
        <pc:chgData name="Renata Cristina Amorim dos Santos Borghi" userId="b4914ac19f0f288f" providerId="LiveId" clId="{2D11F9D3-D55E-4E29-9AA2-0E0D99B62D68}" dt="2025-03-18T05:18:24.988" v="2025" actId="47"/>
        <pc:sldMkLst>
          <pc:docMk/>
          <pc:sldMk cId="3205839806" sldId="2584"/>
        </pc:sldMkLst>
      </pc:sldChg>
      <pc:sldChg chg="modSp mod modNotesTx">
        <pc:chgData name="Renata Cristina Amorim dos Santos Borghi" userId="b4914ac19f0f288f" providerId="LiveId" clId="{2D11F9D3-D55E-4E29-9AA2-0E0D99B62D68}" dt="2025-03-18T05:27:37.389" v="2091" actId="20577"/>
        <pc:sldMkLst>
          <pc:docMk/>
          <pc:sldMk cId="141170081" sldId="2585"/>
        </pc:sldMkLst>
        <pc:spChg chg="mod">
          <ac:chgData name="Renata Cristina Amorim dos Santos Borghi" userId="b4914ac19f0f288f" providerId="LiveId" clId="{2D11F9D3-D55E-4E29-9AA2-0E0D99B62D68}" dt="2025-03-18T05:27:12.751" v="2086" actId="1076"/>
          <ac:spMkLst>
            <pc:docMk/>
            <pc:sldMk cId="141170081" sldId="2585"/>
            <ac:spMk id="2" creationId="{D9F2E622-AC18-7C2A-74E8-47B0E7D9879F}"/>
          </ac:spMkLst>
        </pc:spChg>
        <pc:spChg chg="mod">
          <ac:chgData name="Renata Cristina Amorim dos Santos Borghi" userId="b4914ac19f0f288f" providerId="LiveId" clId="{2D11F9D3-D55E-4E29-9AA2-0E0D99B62D68}" dt="2025-03-18T05:27:22.745" v="2090" actId="27636"/>
          <ac:spMkLst>
            <pc:docMk/>
            <pc:sldMk cId="141170081" sldId="2585"/>
            <ac:spMk id="4" creationId="{343A0BCB-DAF6-75CD-A080-98592BD359A8}"/>
          </ac:spMkLst>
        </pc:spChg>
      </pc:sldChg>
      <pc:sldChg chg="modNotesTx">
        <pc:chgData name="Renata Cristina Amorim dos Santos Borghi" userId="b4914ac19f0f288f" providerId="LiveId" clId="{2D11F9D3-D55E-4E29-9AA2-0E0D99B62D68}" dt="2025-03-18T06:54:20.935" v="7660" actId="20577"/>
        <pc:sldMkLst>
          <pc:docMk/>
          <pc:sldMk cId="2005032853" sldId="2586"/>
        </pc:sldMkLst>
      </pc:sldChg>
      <pc:sldChg chg="addSp delSp modSp mod modAnim modNotesTx">
        <pc:chgData name="Renata Cristina Amorim dos Santos Borghi" userId="b4914ac19f0f288f" providerId="LiveId" clId="{2D11F9D3-D55E-4E29-9AA2-0E0D99B62D68}" dt="2025-03-18T07:01:40.657" v="8047" actId="478"/>
        <pc:sldMkLst>
          <pc:docMk/>
          <pc:sldMk cId="1806371578" sldId="2587"/>
        </pc:sldMkLst>
        <pc:spChg chg="del">
          <ac:chgData name="Renata Cristina Amorim dos Santos Borghi" userId="b4914ac19f0f288f" providerId="LiveId" clId="{2D11F9D3-D55E-4E29-9AA2-0E0D99B62D68}" dt="2025-03-18T07:01:37.358" v="8046" actId="478"/>
          <ac:spMkLst>
            <pc:docMk/>
            <pc:sldMk cId="1806371578" sldId="2587"/>
            <ac:spMk id="4" creationId="{46BB4A90-4D16-4BBA-49B4-E17C188BAB17}"/>
          </ac:spMkLst>
        </pc:spChg>
        <pc:spChg chg="add del mod">
          <ac:chgData name="Renata Cristina Amorim dos Santos Borghi" userId="b4914ac19f0f288f" providerId="LiveId" clId="{2D11F9D3-D55E-4E29-9AA2-0E0D99B62D68}" dt="2025-03-18T07:01:40.657" v="8047" actId="478"/>
          <ac:spMkLst>
            <pc:docMk/>
            <pc:sldMk cId="1806371578" sldId="2587"/>
            <ac:spMk id="7" creationId="{8B6F5D34-2192-B963-4C42-EB574107D8B1}"/>
          </ac:spMkLst>
        </pc:spChg>
      </pc:sldChg>
      <pc:sldChg chg="addSp delSp modSp del mod delAnim modAnim modNotesTx">
        <pc:chgData name="Renata Cristina Amorim dos Santos Borghi" userId="b4914ac19f0f288f" providerId="LiveId" clId="{2D11F9D3-D55E-4E29-9AA2-0E0D99B62D68}" dt="2025-03-18T04:51:23.305" v="1211" actId="47"/>
        <pc:sldMkLst>
          <pc:docMk/>
          <pc:sldMk cId="1132400281" sldId="2588"/>
        </pc:sldMkLst>
        <pc:spChg chg="mod">
          <ac:chgData name="Renata Cristina Amorim dos Santos Borghi" userId="b4914ac19f0f288f" providerId="LiveId" clId="{2D11F9D3-D55E-4E29-9AA2-0E0D99B62D68}" dt="2025-03-18T03:52:22.028" v="27" actId="20577"/>
          <ac:spMkLst>
            <pc:docMk/>
            <pc:sldMk cId="1132400281" sldId="2588"/>
            <ac:spMk id="2" creationId="{12D92C2E-0EAC-257A-FEE7-DB6D7EF01D03}"/>
          </ac:spMkLst>
        </pc:spChg>
        <pc:spChg chg="add del mod">
          <ac:chgData name="Renata Cristina Amorim dos Santos Borghi" userId="b4914ac19f0f288f" providerId="LiveId" clId="{2D11F9D3-D55E-4E29-9AA2-0E0D99B62D68}" dt="2025-03-18T04:05:06.371" v="365" actId="478"/>
          <ac:spMkLst>
            <pc:docMk/>
            <pc:sldMk cId="1132400281" sldId="2588"/>
            <ac:spMk id="3" creationId="{1ED03052-3820-45D4-8833-666EE7191ADC}"/>
          </ac:spMkLst>
        </pc:spChg>
        <pc:spChg chg="del mod">
          <ac:chgData name="Renata Cristina Amorim dos Santos Borghi" userId="b4914ac19f0f288f" providerId="LiveId" clId="{2D11F9D3-D55E-4E29-9AA2-0E0D99B62D68}" dt="2025-03-18T03:52:44.435" v="30" actId="478"/>
          <ac:spMkLst>
            <pc:docMk/>
            <pc:sldMk cId="1132400281" sldId="2588"/>
            <ac:spMk id="4" creationId="{FA2C690E-720B-90C6-9BF1-C0CD0D556FE2}"/>
          </ac:spMkLst>
        </pc:spChg>
        <pc:spChg chg="add mod">
          <ac:chgData name="Renata Cristina Amorim dos Santos Borghi" userId="b4914ac19f0f288f" providerId="LiveId" clId="{2D11F9D3-D55E-4E29-9AA2-0E0D99B62D68}" dt="2025-03-18T04:51:20.593" v="1210" actId="1076"/>
          <ac:spMkLst>
            <pc:docMk/>
            <pc:sldMk cId="1132400281" sldId="2588"/>
            <ac:spMk id="6" creationId="{7B3E3482-4C7B-7FC2-BA90-768A7F17DD4E}"/>
          </ac:spMkLst>
        </pc:spChg>
        <pc:graphicFrameChg chg="del">
          <ac:chgData name="Renata Cristina Amorim dos Santos Borghi" userId="b4914ac19f0f288f" providerId="LiveId" clId="{2D11F9D3-D55E-4E29-9AA2-0E0D99B62D68}" dt="2025-03-18T03:52:29.069" v="29" actId="478"/>
          <ac:graphicFrameMkLst>
            <pc:docMk/>
            <pc:sldMk cId="1132400281" sldId="2588"/>
            <ac:graphicFrameMk id="5" creationId="{6C94917A-DE72-734A-2862-B01E9D7039A6}"/>
          </ac:graphicFrameMkLst>
        </pc:graphicFrameChg>
        <pc:picChg chg="add mod">
          <ac:chgData name="Renata Cristina Amorim dos Santos Borghi" userId="b4914ac19f0f288f" providerId="LiveId" clId="{2D11F9D3-D55E-4E29-9AA2-0E0D99B62D68}" dt="2025-03-18T04:03:39.405" v="360" actId="167"/>
          <ac:picMkLst>
            <pc:docMk/>
            <pc:sldMk cId="1132400281" sldId="2588"/>
            <ac:picMk id="2050" creationId="{B94C7F18-326D-73CC-DC46-B336CD2E0B3D}"/>
          </ac:picMkLst>
        </pc:picChg>
        <pc:picChg chg="add del mod">
          <ac:chgData name="Renata Cristina Amorim dos Santos Borghi" userId="b4914ac19f0f288f" providerId="LiveId" clId="{2D11F9D3-D55E-4E29-9AA2-0E0D99B62D68}" dt="2025-03-18T04:51:15.842" v="1209" actId="478"/>
          <ac:picMkLst>
            <pc:docMk/>
            <pc:sldMk cId="1132400281" sldId="2588"/>
            <ac:picMk id="2052" creationId="{C160D8FB-C4AC-CD7E-6178-63168296BEBA}"/>
          </ac:picMkLst>
        </pc:picChg>
      </pc:sldChg>
      <pc:sldChg chg="addSp delSp modSp add mod modAnim modNotesTx">
        <pc:chgData name="Renata Cristina Amorim dos Santos Borghi" userId="b4914ac19f0f288f" providerId="LiveId" clId="{2D11F9D3-D55E-4E29-9AA2-0E0D99B62D68}" dt="2025-03-18T07:06:50.886" v="8201"/>
        <pc:sldMkLst>
          <pc:docMk/>
          <pc:sldMk cId="2324547299" sldId="2589"/>
        </pc:sldMkLst>
        <pc:spChg chg="mod">
          <ac:chgData name="Renata Cristina Amorim dos Santos Borghi" userId="b4914ac19f0f288f" providerId="LiveId" clId="{2D11F9D3-D55E-4E29-9AA2-0E0D99B62D68}" dt="2025-03-18T07:05:31.316" v="8194" actId="20577"/>
          <ac:spMkLst>
            <pc:docMk/>
            <pc:sldMk cId="2324547299" sldId="2589"/>
            <ac:spMk id="2" creationId="{9D0AB8BD-35BC-D7C1-E5EE-D17842D146B4}"/>
          </ac:spMkLst>
        </pc:spChg>
        <pc:spChg chg="add mod ord">
          <ac:chgData name="Renata Cristina Amorim dos Santos Borghi" userId="b4914ac19f0f288f" providerId="LiveId" clId="{2D11F9D3-D55E-4E29-9AA2-0E0D99B62D68}" dt="2025-03-18T07:05:25.262" v="8190" actId="167"/>
          <ac:spMkLst>
            <pc:docMk/>
            <pc:sldMk cId="2324547299" sldId="2589"/>
            <ac:spMk id="4" creationId="{1A142D8F-A30D-FF90-8E5D-876CACC2D688}"/>
          </ac:spMkLst>
        </pc:spChg>
        <pc:spChg chg="mod ord">
          <ac:chgData name="Renata Cristina Amorim dos Santos Borghi" userId="b4914ac19f0f288f" providerId="LiveId" clId="{2D11F9D3-D55E-4E29-9AA2-0E0D99B62D68}" dt="2025-03-18T04:55:56.113" v="1235" actId="166"/>
          <ac:spMkLst>
            <pc:docMk/>
            <pc:sldMk cId="2324547299" sldId="2589"/>
            <ac:spMk id="6" creationId="{B2DAFBB3-6985-075F-8F1A-356DE9B890BD}"/>
          </ac:spMkLst>
        </pc:spChg>
        <pc:graphicFrameChg chg="add mod">
          <ac:chgData name="Renata Cristina Amorim dos Santos Borghi" userId="b4914ac19f0f288f" providerId="LiveId" clId="{2D11F9D3-D55E-4E29-9AA2-0E0D99B62D68}" dt="2025-03-18T07:03:47.242" v="8133" actId="1076"/>
          <ac:graphicFrameMkLst>
            <pc:docMk/>
            <pc:sldMk cId="2324547299" sldId="2589"/>
            <ac:graphicFrameMk id="3" creationId="{35697977-B37A-C810-BBB0-F10C5066C69B}"/>
          </ac:graphicFrameMkLst>
        </pc:graphicFrameChg>
        <pc:picChg chg="del mod">
          <ac:chgData name="Renata Cristina Amorim dos Santos Borghi" userId="b4914ac19f0f288f" providerId="LiveId" clId="{2D11F9D3-D55E-4E29-9AA2-0E0D99B62D68}" dt="2025-03-18T04:56:33.085" v="1255" actId="478"/>
          <ac:picMkLst>
            <pc:docMk/>
            <pc:sldMk cId="2324547299" sldId="2589"/>
            <ac:picMk id="2052" creationId="{496571DC-823A-2A84-B9D4-EA41E6AE3D66}"/>
          </ac:picMkLst>
        </pc:picChg>
      </pc:sldChg>
      <pc:sldChg chg="add del">
        <pc:chgData name="Renata Cristina Amorim dos Santos Borghi" userId="b4914ac19f0f288f" providerId="LiveId" clId="{2D11F9D3-D55E-4E29-9AA2-0E0D99B62D68}" dt="2025-03-18T04:44:54.396" v="1137" actId="47"/>
        <pc:sldMkLst>
          <pc:docMk/>
          <pc:sldMk cId="3943686074" sldId="2589"/>
        </pc:sldMkLst>
      </pc:sldChg>
      <pc:sldChg chg="delSp modSp add mod delAnim modAnim">
        <pc:chgData name="Renata Cristina Amorim dos Santos Borghi" userId="b4914ac19f0f288f" providerId="LiveId" clId="{2D11F9D3-D55E-4E29-9AA2-0E0D99B62D68}" dt="2025-03-18T05:24:13.192" v="2038" actId="18131"/>
        <pc:sldMkLst>
          <pc:docMk/>
          <pc:sldMk cId="3198166458" sldId="2590"/>
        </pc:sldMkLst>
        <pc:spChg chg="del">
          <ac:chgData name="Renata Cristina Amorim dos Santos Borghi" userId="b4914ac19f0f288f" providerId="LiveId" clId="{2D11F9D3-D55E-4E29-9AA2-0E0D99B62D68}" dt="2025-03-18T04:57:12.834" v="1257" actId="478"/>
          <ac:spMkLst>
            <pc:docMk/>
            <pc:sldMk cId="3198166458" sldId="2590"/>
            <ac:spMk id="6" creationId="{1004D3E8-0E72-5648-05C4-2ED31A60CB56}"/>
          </ac:spMkLst>
        </pc:spChg>
        <pc:picChg chg="mod">
          <ac:chgData name="Renata Cristina Amorim dos Santos Borghi" userId="b4914ac19f0f288f" providerId="LiveId" clId="{2D11F9D3-D55E-4E29-9AA2-0E0D99B62D68}" dt="2025-03-18T05:24:13.192" v="2038" actId="18131"/>
          <ac:picMkLst>
            <pc:docMk/>
            <pc:sldMk cId="3198166458" sldId="2590"/>
            <ac:picMk id="2052" creationId="{DC919CBF-EEFF-1677-C56C-B40BD6700B70}"/>
          </ac:picMkLst>
        </pc:picChg>
      </pc:sldChg>
      <pc:sldChg chg="modSp add del mod">
        <pc:chgData name="Renata Cristina Amorim dos Santos Borghi" userId="b4914ac19f0f288f" providerId="LiveId" clId="{2D11F9D3-D55E-4E29-9AA2-0E0D99B62D68}" dt="2025-03-18T05:57:50.849" v="3560" actId="47"/>
        <pc:sldMkLst>
          <pc:docMk/>
          <pc:sldMk cId="4013177391" sldId="2591"/>
        </pc:sldMkLst>
        <pc:spChg chg="mod">
          <ac:chgData name="Renata Cristina Amorim dos Santos Borghi" userId="b4914ac19f0f288f" providerId="LiveId" clId="{2D11F9D3-D55E-4E29-9AA2-0E0D99B62D68}" dt="2025-03-18T05:28:12.109" v="2132" actId="20577"/>
          <ac:spMkLst>
            <pc:docMk/>
            <pc:sldMk cId="4013177391" sldId="2591"/>
            <ac:spMk id="2" creationId="{D6A2EDA7-720D-8812-A342-531D73585878}"/>
          </ac:spMkLst>
        </pc:spChg>
      </pc:sldChg>
      <pc:sldChg chg="addSp delSp modSp add mod delAnim modAnim modNotesTx">
        <pc:chgData name="Renata Cristina Amorim dos Santos Borghi" userId="b4914ac19f0f288f" providerId="LiveId" clId="{2D11F9D3-D55E-4E29-9AA2-0E0D99B62D68}" dt="2025-03-18T07:10:05.336" v="8243"/>
        <pc:sldMkLst>
          <pc:docMk/>
          <pc:sldMk cId="2056859004" sldId="2592"/>
        </pc:sldMkLst>
        <pc:spChg chg="mod">
          <ac:chgData name="Renata Cristina Amorim dos Santos Borghi" userId="b4914ac19f0f288f" providerId="LiveId" clId="{2D11F9D3-D55E-4E29-9AA2-0E0D99B62D68}" dt="2025-03-18T05:50:02.923" v="3253" actId="20577"/>
          <ac:spMkLst>
            <pc:docMk/>
            <pc:sldMk cId="2056859004" sldId="2592"/>
            <ac:spMk id="2" creationId="{460A5EAE-2FEC-EA55-C390-1ADAB480E439}"/>
          </ac:spMkLst>
        </pc:spChg>
        <pc:spChg chg="del">
          <ac:chgData name="Renata Cristina Amorim dos Santos Borghi" userId="b4914ac19f0f288f" providerId="LiveId" clId="{2D11F9D3-D55E-4E29-9AA2-0E0D99B62D68}" dt="2025-03-18T05:45:09.948" v="3022" actId="478"/>
          <ac:spMkLst>
            <pc:docMk/>
            <pc:sldMk cId="2056859004" sldId="2592"/>
            <ac:spMk id="3" creationId="{8358A5CE-5846-C233-ACC7-D9F07E079D2E}"/>
          </ac:spMkLst>
        </pc:spChg>
        <pc:spChg chg="del">
          <ac:chgData name="Renata Cristina Amorim dos Santos Borghi" userId="b4914ac19f0f288f" providerId="LiveId" clId="{2D11F9D3-D55E-4E29-9AA2-0E0D99B62D68}" dt="2025-03-18T05:45:07.612" v="3021" actId="478"/>
          <ac:spMkLst>
            <pc:docMk/>
            <pc:sldMk cId="2056859004" sldId="2592"/>
            <ac:spMk id="4" creationId="{D204BE0A-EB1B-5C38-376E-F68D99C207E3}"/>
          </ac:spMkLst>
        </pc:spChg>
        <pc:spChg chg="add del mod">
          <ac:chgData name="Renata Cristina Amorim dos Santos Borghi" userId="b4914ac19f0f288f" providerId="LiveId" clId="{2D11F9D3-D55E-4E29-9AA2-0E0D99B62D68}" dt="2025-03-18T05:45:14.810" v="3024" actId="478"/>
          <ac:spMkLst>
            <pc:docMk/>
            <pc:sldMk cId="2056859004" sldId="2592"/>
            <ac:spMk id="7" creationId="{9C63D2D1-E294-D79F-E34A-36C6AE0D5013}"/>
          </ac:spMkLst>
        </pc:spChg>
        <pc:spChg chg="add del mod">
          <ac:chgData name="Renata Cristina Amorim dos Santos Borghi" userId="b4914ac19f0f288f" providerId="LiveId" clId="{2D11F9D3-D55E-4E29-9AA2-0E0D99B62D68}" dt="2025-03-18T05:45:12.114" v="3023" actId="478"/>
          <ac:spMkLst>
            <pc:docMk/>
            <pc:sldMk cId="2056859004" sldId="2592"/>
            <ac:spMk id="9" creationId="{7A969578-DA8C-8DFA-AD3B-AC5214E14759}"/>
          </ac:spMkLst>
        </pc:spChg>
        <pc:graphicFrameChg chg="add mod modGraphic">
          <ac:chgData name="Renata Cristina Amorim dos Santos Borghi" userId="b4914ac19f0f288f" providerId="LiveId" clId="{2D11F9D3-D55E-4E29-9AA2-0E0D99B62D68}" dt="2025-03-18T05:49:37.546" v="3248" actId="20577"/>
          <ac:graphicFrameMkLst>
            <pc:docMk/>
            <pc:sldMk cId="2056859004" sldId="2592"/>
            <ac:graphicFrameMk id="5" creationId="{C12DF749-F3B1-7B24-38D4-C995DB4BB6DB}"/>
          </ac:graphicFrameMkLst>
        </pc:graphicFrameChg>
      </pc:sldChg>
      <pc:sldChg chg="modSp add mod">
        <pc:chgData name="Renata Cristina Amorim dos Santos Borghi" userId="b4914ac19f0f288f" providerId="LiveId" clId="{2D11F9D3-D55E-4E29-9AA2-0E0D99B62D68}" dt="2025-03-18T05:53:06.268" v="3381" actId="20577"/>
        <pc:sldMkLst>
          <pc:docMk/>
          <pc:sldMk cId="649993751" sldId="2593"/>
        </pc:sldMkLst>
        <pc:spChg chg="mod">
          <ac:chgData name="Renata Cristina Amorim dos Santos Borghi" userId="b4914ac19f0f288f" providerId="LiveId" clId="{2D11F9D3-D55E-4E29-9AA2-0E0D99B62D68}" dt="2025-03-18T05:53:06.268" v="3381" actId="20577"/>
          <ac:spMkLst>
            <pc:docMk/>
            <pc:sldMk cId="649993751" sldId="2593"/>
            <ac:spMk id="2" creationId="{22FFE747-A2C6-EB1D-29E7-862C2D1DC975}"/>
          </ac:spMkLst>
        </pc:spChg>
        <pc:graphicFrameChg chg="mod">
          <ac:chgData name="Renata Cristina Amorim dos Santos Borghi" userId="b4914ac19f0f288f" providerId="LiveId" clId="{2D11F9D3-D55E-4E29-9AA2-0E0D99B62D68}" dt="2025-03-18T05:52:35.978" v="3323" actId="20577"/>
          <ac:graphicFrameMkLst>
            <pc:docMk/>
            <pc:sldMk cId="649993751" sldId="2593"/>
            <ac:graphicFrameMk id="5" creationId="{F24E0787-634B-9C2A-212B-75CC86A31EDD}"/>
          </ac:graphicFrameMkLst>
        </pc:graphicFrameChg>
      </pc:sldChg>
      <pc:sldChg chg="modSp add mod">
        <pc:chgData name="Renata Cristina Amorim dos Santos Borghi" userId="b4914ac19f0f288f" providerId="LiveId" clId="{2D11F9D3-D55E-4E29-9AA2-0E0D99B62D68}" dt="2025-03-18T05:54:38.083" v="3437" actId="20577"/>
        <pc:sldMkLst>
          <pc:docMk/>
          <pc:sldMk cId="627419541" sldId="2594"/>
        </pc:sldMkLst>
        <pc:spChg chg="mod">
          <ac:chgData name="Renata Cristina Amorim dos Santos Borghi" userId="b4914ac19f0f288f" providerId="LiveId" clId="{2D11F9D3-D55E-4E29-9AA2-0E0D99B62D68}" dt="2025-03-18T05:53:35.396" v="3424" actId="20577"/>
          <ac:spMkLst>
            <pc:docMk/>
            <pc:sldMk cId="627419541" sldId="2594"/>
            <ac:spMk id="2" creationId="{DF672F23-EB9A-88A1-980E-FB19158A2F1C}"/>
          </ac:spMkLst>
        </pc:spChg>
        <pc:graphicFrameChg chg="mod">
          <ac:chgData name="Renata Cristina Amorim dos Santos Borghi" userId="b4914ac19f0f288f" providerId="LiveId" clId="{2D11F9D3-D55E-4E29-9AA2-0E0D99B62D68}" dt="2025-03-18T05:54:38.083" v="3437" actId="20577"/>
          <ac:graphicFrameMkLst>
            <pc:docMk/>
            <pc:sldMk cId="627419541" sldId="2594"/>
            <ac:graphicFrameMk id="5" creationId="{9E9703FB-CB10-670D-11FA-61A38562B13D}"/>
          </ac:graphicFrameMkLst>
        </pc:graphicFrameChg>
      </pc:sldChg>
      <pc:sldChg chg="addSp delSp modSp add mod modAnim">
        <pc:chgData name="Renata Cristina Amorim dos Santos Borghi" userId="b4914ac19f0f288f" providerId="LiveId" clId="{2D11F9D3-D55E-4E29-9AA2-0E0D99B62D68}" dt="2025-03-18T06:08:11.367" v="3895" actId="6549"/>
        <pc:sldMkLst>
          <pc:docMk/>
          <pc:sldMk cId="1207671678" sldId="2595"/>
        </pc:sldMkLst>
        <pc:spChg chg="mod">
          <ac:chgData name="Renata Cristina Amorim dos Santos Borghi" userId="b4914ac19f0f288f" providerId="LiveId" clId="{2D11F9D3-D55E-4E29-9AA2-0E0D99B62D68}" dt="2025-03-18T05:57:32.140" v="3556" actId="20577"/>
          <ac:spMkLst>
            <pc:docMk/>
            <pc:sldMk cId="1207671678" sldId="2595"/>
            <ac:spMk id="2" creationId="{37D154CA-0837-2BC7-6BF9-FCBA9DE99BF1}"/>
          </ac:spMkLst>
        </pc:spChg>
        <pc:spChg chg="add mod">
          <ac:chgData name="Renata Cristina Amorim dos Santos Borghi" userId="b4914ac19f0f288f" providerId="LiveId" clId="{2D11F9D3-D55E-4E29-9AA2-0E0D99B62D68}" dt="2025-03-18T05:59:57.915" v="3596" actId="14100"/>
          <ac:spMkLst>
            <pc:docMk/>
            <pc:sldMk cId="1207671678" sldId="2595"/>
            <ac:spMk id="3" creationId="{CBFEAF2A-3AF3-F1E1-D37B-993BF4EE154C}"/>
          </ac:spMkLst>
        </pc:spChg>
        <pc:spChg chg="add mod">
          <ac:chgData name="Renata Cristina Amorim dos Santos Borghi" userId="b4914ac19f0f288f" providerId="LiveId" clId="{2D11F9D3-D55E-4E29-9AA2-0E0D99B62D68}" dt="2025-03-18T06:08:11.367" v="3895" actId="6549"/>
          <ac:spMkLst>
            <pc:docMk/>
            <pc:sldMk cId="1207671678" sldId="2595"/>
            <ac:spMk id="4" creationId="{38AB4FCB-2C19-C062-D477-BD92C9A62922}"/>
          </ac:spMkLst>
        </pc:spChg>
        <pc:graphicFrameChg chg="del">
          <ac:chgData name="Renata Cristina Amorim dos Santos Borghi" userId="b4914ac19f0f288f" providerId="LiveId" clId="{2D11F9D3-D55E-4E29-9AA2-0E0D99B62D68}" dt="2025-03-18T05:57:23.910" v="3539" actId="478"/>
          <ac:graphicFrameMkLst>
            <pc:docMk/>
            <pc:sldMk cId="1207671678" sldId="2595"/>
            <ac:graphicFrameMk id="5" creationId="{9B1C4957-D911-0ECF-C3AF-7CE1B7938C34}"/>
          </ac:graphicFrameMkLst>
        </pc:graphicFrameChg>
      </pc:sldChg>
      <pc:sldChg chg="addSp modSp add mod modAnim">
        <pc:chgData name="Renata Cristina Amorim dos Santos Borghi" userId="b4914ac19f0f288f" providerId="LiveId" clId="{2D11F9D3-D55E-4E29-9AA2-0E0D99B62D68}" dt="2025-03-18T06:08:04.588" v="3894" actId="20577"/>
        <pc:sldMkLst>
          <pc:docMk/>
          <pc:sldMk cId="3510002784" sldId="2596"/>
        </pc:sldMkLst>
        <pc:spChg chg="mod">
          <ac:chgData name="Renata Cristina Amorim dos Santos Borghi" userId="b4914ac19f0f288f" providerId="LiveId" clId="{2D11F9D3-D55E-4E29-9AA2-0E0D99B62D68}" dt="2025-03-18T05:57:39.122" v="3558" actId="20577"/>
          <ac:spMkLst>
            <pc:docMk/>
            <pc:sldMk cId="3510002784" sldId="2596"/>
            <ac:spMk id="2" creationId="{50DD4C80-E139-BA4B-4216-BC131EB2D8EF}"/>
          </ac:spMkLst>
        </pc:spChg>
        <pc:spChg chg="add mod">
          <ac:chgData name="Renata Cristina Amorim dos Santos Borghi" userId="b4914ac19f0f288f" providerId="LiveId" clId="{2D11F9D3-D55E-4E29-9AA2-0E0D99B62D68}" dt="2025-03-18T06:08:04.588" v="3894" actId="20577"/>
          <ac:spMkLst>
            <pc:docMk/>
            <pc:sldMk cId="3510002784" sldId="2596"/>
            <ac:spMk id="3" creationId="{4FA5F18A-34CA-9FB3-2689-7551D0CF4720}"/>
          </ac:spMkLst>
        </pc:spChg>
        <pc:spChg chg="add mod">
          <ac:chgData name="Renata Cristina Amorim dos Santos Borghi" userId="b4914ac19f0f288f" providerId="LiveId" clId="{2D11F9D3-D55E-4E29-9AA2-0E0D99B62D68}" dt="2025-03-18T06:04:32.284" v="3891"/>
          <ac:spMkLst>
            <pc:docMk/>
            <pc:sldMk cId="3510002784" sldId="2596"/>
            <ac:spMk id="4" creationId="{88EA2174-5086-D841-CF40-4B62A22FBEEE}"/>
          </ac:spMkLst>
        </pc:spChg>
      </pc:sldChg>
      <pc:sldChg chg="modSp add del mod">
        <pc:chgData name="Renata Cristina Amorim dos Santos Borghi" userId="b4914ac19f0f288f" providerId="LiveId" clId="{2D11F9D3-D55E-4E29-9AA2-0E0D99B62D68}" dt="2025-03-18T06:29:08.441" v="5335" actId="47"/>
        <pc:sldMkLst>
          <pc:docMk/>
          <pc:sldMk cId="172659698" sldId="2597"/>
        </pc:sldMkLst>
        <pc:spChg chg="mod">
          <ac:chgData name="Renata Cristina Amorim dos Santos Borghi" userId="b4914ac19f0f288f" providerId="LiveId" clId="{2D11F9D3-D55E-4E29-9AA2-0E0D99B62D68}" dt="2025-03-18T06:28:30.653" v="5313" actId="20577"/>
          <ac:spMkLst>
            <pc:docMk/>
            <pc:sldMk cId="172659698" sldId="2597"/>
            <ac:spMk id="3" creationId="{EE43E74A-9A68-1313-9238-46498D36BAAC}"/>
          </ac:spMkLst>
        </pc:spChg>
      </pc:sldChg>
      <pc:sldChg chg="modSp add mod modAnim modNotesTx">
        <pc:chgData name="Renata Cristina Amorim dos Santos Borghi" userId="b4914ac19f0f288f" providerId="LiveId" clId="{2D11F9D3-D55E-4E29-9AA2-0E0D99B62D68}" dt="2025-03-18T07:11:22.251" v="8270" actId="20577"/>
        <pc:sldMkLst>
          <pc:docMk/>
          <pc:sldMk cId="2765112682" sldId="2598"/>
        </pc:sldMkLst>
        <pc:spChg chg="mod">
          <ac:chgData name="Renata Cristina Amorim dos Santos Borghi" userId="b4914ac19f0f288f" providerId="LiveId" clId="{2D11F9D3-D55E-4E29-9AA2-0E0D99B62D68}" dt="2025-03-18T07:11:22.251" v="8270" actId="20577"/>
          <ac:spMkLst>
            <pc:docMk/>
            <pc:sldMk cId="2765112682" sldId="2598"/>
            <ac:spMk id="3" creationId="{508414AA-B96F-EF75-F968-4BC3B657F0E9}"/>
          </ac:spMkLst>
        </pc:spChg>
      </pc:sldChg>
      <pc:sldChg chg="modSp add del mod">
        <pc:chgData name="Renata Cristina Amorim dos Santos Borghi" userId="b4914ac19f0f288f" providerId="LiveId" clId="{2D11F9D3-D55E-4E29-9AA2-0E0D99B62D68}" dt="2025-03-18T07:04:23.627" v="8136" actId="47"/>
        <pc:sldMkLst>
          <pc:docMk/>
          <pc:sldMk cId="2412288437" sldId="2599"/>
        </pc:sldMkLst>
        <pc:spChg chg="mod">
          <ac:chgData name="Renata Cristina Amorim dos Santos Borghi" userId="b4914ac19f0f288f" providerId="LiveId" clId="{2D11F9D3-D55E-4E29-9AA2-0E0D99B62D68}" dt="2025-03-18T07:02:46.565" v="8124" actId="14100"/>
          <ac:spMkLst>
            <pc:docMk/>
            <pc:sldMk cId="2412288437" sldId="2599"/>
            <ac:spMk id="2" creationId="{F0B39987-6892-9596-2D3B-85ACF183E1D7}"/>
          </ac:spMkLst>
        </pc:spChg>
        <pc:graphicFrameChg chg="mod">
          <ac:chgData name="Renata Cristina Amorim dos Santos Borghi" userId="b4914ac19f0f288f" providerId="LiveId" clId="{2D11F9D3-D55E-4E29-9AA2-0E0D99B62D68}" dt="2025-03-18T07:03:00.542" v="8126" actId="20577"/>
          <ac:graphicFrameMkLst>
            <pc:docMk/>
            <pc:sldMk cId="2412288437" sldId="2599"/>
            <ac:graphicFrameMk id="5" creationId="{778E90E3-DC7F-29F6-0D8A-349B4BD91417}"/>
          </ac:graphicFrameMkLst>
        </pc:graphicFrameChg>
      </pc:sldChg>
      <pc:sldChg chg="modSp add mod modAnim">
        <pc:chgData name="Renata Cristina Amorim dos Santos Borghi" userId="b4914ac19f0f288f" providerId="LiveId" clId="{2D11F9D3-D55E-4E29-9AA2-0E0D99B62D68}" dt="2025-03-18T07:17:12.701" v="9062" actId="6549"/>
        <pc:sldMkLst>
          <pc:docMk/>
          <pc:sldMk cId="4036465252" sldId="2599"/>
        </pc:sldMkLst>
        <pc:spChg chg="mod">
          <ac:chgData name="Renata Cristina Amorim dos Santos Borghi" userId="b4914ac19f0f288f" providerId="LiveId" clId="{2D11F9D3-D55E-4E29-9AA2-0E0D99B62D68}" dt="2025-03-18T07:17:12.701" v="9062" actId="6549"/>
          <ac:spMkLst>
            <pc:docMk/>
            <pc:sldMk cId="4036465252" sldId="2599"/>
            <ac:spMk id="3" creationId="{1D63B301-EE2A-1BF6-8151-EE3CCB8242C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0DC1C9-4B9F-4E0E-B149-AA37DDC5A8E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C43D171F-CA68-44E5-8D7D-132E1C6C371D}">
      <dgm:prSet phldrT="[Texto]"/>
      <dgm:spPr/>
      <dgm:t>
        <a:bodyPr/>
        <a:lstStyle/>
        <a:p>
          <a:r>
            <a:rPr lang="pt-BR" dirty="0"/>
            <a:t>Publicar eventos</a:t>
          </a:r>
        </a:p>
      </dgm:t>
    </dgm:pt>
    <dgm:pt modelId="{DFAF80A9-0646-43A1-8FC8-7FD412652F2F}" type="parTrans" cxnId="{4DA45529-B0F8-4CFA-8330-6DBD26CF1215}">
      <dgm:prSet/>
      <dgm:spPr/>
      <dgm:t>
        <a:bodyPr/>
        <a:lstStyle/>
        <a:p>
          <a:endParaRPr lang="pt-BR"/>
        </a:p>
      </dgm:t>
    </dgm:pt>
    <dgm:pt modelId="{536EE1B1-226B-4E8B-80B2-4CB763217705}" type="sibTrans" cxnId="{4DA45529-B0F8-4CFA-8330-6DBD26CF1215}">
      <dgm:prSet/>
      <dgm:spPr/>
      <dgm:t>
        <a:bodyPr/>
        <a:lstStyle/>
        <a:p>
          <a:endParaRPr lang="pt-BR"/>
        </a:p>
      </dgm:t>
    </dgm:pt>
    <dgm:pt modelId="{B5164FDD-C584-40EB-B866-595618E0C5DD}">
      <dgm:prSet phldrT="[Texto]"/>
      <dgm:spPr/>
      <dgm:t>
        <a:bodyPr/>
        <a:lstStyle/>
        <a:p>
          <a:r>
            <a:rPr lang="pt-BR" dirty="0"/>
            <a:t>Consumir eventos</a:t>
          </a:r>
        </a:p>
      </dgm:t>
    </dgm:pt>
    <dgm:pt modelId="{EF034C84-C16B-448D-9C67-757A97ED1B55}" type="parTrans" cxnId="{F6C48BFA-2BF3-4832-87B4-32C0B98B90F5}">
      <dgm:prSet/>
      <dgm:spPr/>
      <dgm:t>
        <a:bodyPr/>
        <a:lstStyle/>
        <a:p>
          <a:endParaRPr lang="pt-BR"/>
        </a:p>
      </dgm:t>
    </dgm:pt>
    <dgm:pt modelId="{4BB30838-2309-4DC5-8CE3-5330AAB09A8A}" type="sibTrans" cxnId="{F6C48BFA-2BF3-4832-87B4-32C0B98B90F5}">
      <dgm:prSet/>
      <dgm:spPr/>
      <dgm:t>
        <a:bodyPr/>
        <a:lstStyle/>
        <a:p>
          <a:endParaRPr lang="pt-BR"/>
        </a:p>
      </dgm:t>
    </dgm:pt>
    <dgm:pt modelId="{01F87CF0-1A1C-4AAC-AAEA-C2ABB303D15B}">
      <dgm:prSet phldrT="[Texto]"/>
      <dgm:spPr/>
      <dgm:t>
        <a:bodyPr/>
        <a:lstStyle/>
        <a:p>
          <a:r>
            <a:rPr lang="pt-BR" dirty="0"/>
            <a:t>Extrair, transformar e carregar eventos (ETL)</a:t>
          </a:r>
        </a:p>
      </dgm:t>
    </dgm:pt>
    <dgm:pt modelId="{D61D523F-5C2B-4CF7-A16D-45198BE02CB6}" type="parTrans" cxnId="{104925B2-05C3-48B6-A89B-E42B1368E613}">
      <dgm:prSet/>
      <dgm:spPr/>
      <dgm:t>
        <a:bodyPr/>
        <a:lstStyle/>
        <a:p>
          <a:endParaRPr lang="pt-BR"/>
        </a:p>
      </dgm:t>
    </dgm:pt>
    <dgm:pt modelId="{6E20EC13-74C1-403F-96E9-9FDE903C3D84}" type="sibTrans" cxnId="{104925B2-05C3-48B6-A89B-E42B1368E613}">
      <dgm:prSet/>
      <dgm:spPr/>
      <dgm:t>
        <a:bodyPr/>
        <a:lstStyle/>
        <a:p>
          <a:endParaRPr lang="pt-BR"/>
        </a:p>
      </dgm:t>
    </dgm:pt>
    <dgm:pt modelId="{44C85A61-85FB-48A5-A002-54D97E95F575}">
      <dgm:prSet phldrT="[Texto]"/>
      <dgm:spPr/>
      <dgm:t>
        <a:bodyPr/>
        <a:lstStyle/>
        <a:p>
          <a:r>
            <a:rPr lang="pt-BR" dirty="0"/>
            <a:t>Envio de dados para tópicos</a:t>
          </a:r>
        </a:p>
      </dgm:t>
    </dgm:pt>
    <dgm:pt modelId="{25B32E78-B7A6-4847-9744-94B268B6A39D}" type="parTrans" cxnId="{3147B247-5C48-4763-AFF5-995D6746F578}">
      <dgm:prSet/>
      <dgm:spPr/>
      <dgm:t>
        <a:bodyPr/>
        <a:lstStyle/>
        <a:p>
          <a:endParaRPr lang="pt-BR"/>
        </a:p>
      </dgm:t>
    </dgm:pt>
    <dgm:pt modelId="{25252E44-C9CD-495A-8FDB-493AB3A79AE4}" type="sibTrans" cxnId="{3147B247-5C48-4763-AFF5-995D6746F578}">
      <dgm:prSet/>
      <dgm:spPr/>
      <dgm:t>
        <a:bodyPr/>
        <a:lstStyle/>
        <a:p>
          <a:endParaRPr lang="pt-BR"/>
        </a:p>
      </dgm:t>
    </dgm:pt>
    <dgm:pt modelId="{7F052A1A-8031-4453-B049-D61D5704D42B}">
      <dgm:prSet phldrT="[Texto]"/>
      <dgm:spPr/>
      <dgm:t>
        <a:bodyPr/>
        <a:lstStyle/>
        <a:p>
          <a:r>
            <a:rPr lang="pt-BR" dirty="0"/>
            <a:t>Leitura de dados dos tópicos</a:t>
          </a:r>
        </a:p>
      </dgm:t>
    </dgm:pt>
    <dgm:pt modelId="{AF0FD7FA-0371-43B0-A0A3-053B91EBB4F1}" type="parTrans" cxnId="{EC8975F0-40DF-426B-8A3C-7F875E941EA4}">
      <dgm:prSet/>
      <dgm:spPr/>
      <dgm:t>
        <a:bodyPr/>
        <a:lstStyle/>
        <a:p>
          <a:endParaRPr lang="pt-BR"/>
        </a:p>
      </dgm:t>
    </dgm:pt>
    <dgm:pt modelId="{D704A9AF-5F97-4B47-93F6-5423F136F226}" type="sibTrans" cxnId="{EC8975F0-40DF-426B-8A3C-7F875E941EA4}">
      <dgm:prSet/>
      <dgm:spPr/>
      <dgm:t>
        <a:bodyPr/>
        <a:lstStyle/>
        <a:p>
          <a:endParaRPr lang="pt-BR"/>
        </a:p>
      </dgm:t>
    </dgm:pt>
    <dgm:pt modelId="{23EB8501-D483-4BA9-A3B3-511B2AC40B94}">
      <dgm:prSet phldrT="[Texto]"/>
      <dgm:spPr/>
      <dgm:t>
        <a:bodyPr/>
        <a:lstStyle/>
        <a:p>
          <a:r>
            <a:rPr lang="pt-BR" dirty="0"/>
            <a:t>Enriquecimento de dados antes de repassar para outros tópicos</a:t>
          </a:r>
        </a:p>
      </dgm:t>
    </dgm:pt>
    <dgm:pt modelId="{08AC301C-36C6-46C7-8F92-30AFB0F4141D}" type="parTrans" cxnId="{0988ED85-4A00-46F4-9489-272AEACC738B}">
      <dgm:prSet/>
      <dgm:spPr/>
      <dgm:t>
        <a:bodyPr/>
        <a:lstStyle/>
        <a:p>
          <a:endParaRPr lang="pt-BR"/>
        </a:p>
      </dgm:t>
    </dgm:pt>
    <dgm:pt modelId="{15AE44DD-5C11-4812-9CC4-CFA1141006D0}" type="sibTrans" cxnId="{0988ED85-4A00-46F4-9489-272AEACC738B}">
      <dgm:prSet/>
      <dgm:spPr/>
      <dgm:t>
        <a:bodyPr/>
        <a:lstStyle/>
        <a:p>
          <a:endParaRPr lang="pt-BR"/>
        </a:p>
      </dgm:t>
    </dgm:pt>
    <dgm:pt modelId="{9B782513-EE6C-4B5F-BF4E-02EA10073B57}">
      <dgm:prSet phldrT="[Texto]"/>
      <dgm:spPr/>
      <dgm:t>
        <a:bodyPr/>
        <a:lstStyle/>
        <a:p>
          <a:r>
            <a:rPr lang="pt-BR" dirty="0"/>
            <a:t>Integrar aplicações consumidoras</a:t>
          </a:r>
        </a:p>
      </dgm:t>
    </dgm:pt>
    <dgm:pt modelId="{2B3C15CE-1F0E-4576-B2DC-98DCDA8A6629}" type="parTrans" cxnId="{490CE1FA-F2F2-4627-93EA-EFEB64A950B1}">
      <dgm:prSet/>
      <dgm:spPr/>
      <dgm:t>
        <a:bodyPr/>
        <a:lstStyle/>
        <a:p>
          <a:endParaRPr lang="pt-BR"/>
        </a:p>
      </dgm:t>
    </dgm:pt>
    <dgm:pt modelId="{569650C7-5A22-44F4-AD0E-246BFD31C003}" type="sibTrans" cxnId="{490CE1FA-F2F2-4627-93EA-EFEB64A950B1}">
      <dgm:prSet/>
      <dgm:spPr/>
      <dgm:t>
        <a:bodyPr/>
        <a:lstStyle/>
        <a:p>
          <a:endParaRPr lang="pt-BR"/>
        </a:p>
      </dgm:t>
    </dgm:pt>
    <dgm:pt modelId="{169423DF-0FD7-4E3C-9311-08A748291E6B}">
      <dgm:prSet phldrT="[Texto]"/>
      <dgm:spPr/>
      <dgm:t>
        <a:bodyPr/>
        <a:lstStyle/>
        <a:p>
          <a:r>
            <a:rPr lang="pt-BR" dirty="0"/>
            <a:t>Simplificação na integração de consumidores</a:t>
          </a:r>
        </a:p>
      </dgm:t>
    </dgm:pt>
    <dgm:pt modelId="{0FDDD5C6-2896-4FFC-8123-A4FD627CD03D}" type="parTrans" cxnId="{0051317B-E3DE-4786-B245-6B7DFBFC5F08}">
      <dgm:prSet/>
      <dgm:spPr/>
      <dgm:t>
        <a:bodyPr/>
        <a:lstStyle/>
        <a:p>
          <a:endParaRPr lang="pt-BR"/>
        </a:p>
      </dgm:t>
    </dgm:pt>
    <dgm:pt modelId="{E360E304-3CEC-4A4E-A382-B32C429DA627}" type="sibTrans" cxnId="{0051317B-E3DE-4786-B245-6B7DFBFC5F08}">
      <dgm:prSet/>
      <dgm:spPr/>
      <dgm:t>
        <a:bodyPr/>
        <a:lstStyle/>
        <a:p>
          <a:endParaRPr lang="pt-BR"/>
        </a:p>
      </dgm:t>
    </dgm:pt>
    <dgm:pt modelId="{6553DBEF-0DD6-4087-A3B3-EAA7B47A6297}">
      <dgm:prSet phldrT="[Texto]"/>
      <dgm:spPr/>
      <dgm:t>
        <a:bodyPr/>
        <a:lstStyle/>
        <a:p>
          <a:r>
            <a:rPr lang="pt-BR" dirty="0"/>
            <a:t>Armazenar eventos</a:t>
          </a:r>
        </a:p>
      </dgm:t>
    </dgm:pt>
    <dgm:pt modelId="{1E9100A7-6F52-49F6-B70A-A11488459CE0}" type="parTrans" cxnId="{A102E9D9-2B99-4B1D-8D16-291900365DAC}">
      <dgm:prSet/>
      <dgm:spPr/>
      <dgm:t>
        <a:bodyPr/>
        <a:lstStyle/>
        <a:p>
          <a:endParaRPr lang="pt-BR"/>
        </a:p>
      </dgm:t>
    </dgm:pt>
    <dgm:pt modelId="{B0BC34EA-5BD4-4D12-8A99-F485E1CFB3C3}" type="sibTrans" cxnId="{A102E9D9-2B99-4B1D-8D16-291900365DAC}">
      <dgm:prSet/>
      <dgm:spPr/>
      <dgm:t>
        <a:bodyPr/>
        <a:lstStyle/>
        <a:p>
          <a:endParaRPr lang="pt-BR"/>
        </a:p>
      </dgm:t>
    </dgm:pt>
    <dgm:pt modelId="{409D13AB-FA63-4F04-8F7F-CB0A2B8F6013}">
      <dgm:prSet phldrT="[Texto]"/>
      <dgm:spPr/>
      <dgm:t>
        <a:bodyPr/>
        <a:lstStyle/>
        <a:p>
          <a:r>
            <a:rPr lang="pt-BR" dirty="0"/>
            <a:t>Guarda de dados de forma durável e replicada</a:t>
          </a:r>
        </a:p>
      </dgm:t>
    </dgm:pt>
    <dgm:pt modelId="{BF15ABD6-122F-43D8-AD39-CB9B826DD896}" type="parTrans" cxnId="{4A950C60-5797-42FC-91F5-A174DD427A95}">
      <dgm:prSet/>
      <dgm:spPr/>
      <dgm:t>
        <a:bodyPr/>
        <a:lstStyle/>
        <a:p>
          <a:endParaRPr lang="pt-BR"/>
        </a:p>
      </dgm:t>
    </dgm:pt>
    <dgm:pt modelId="{4529BFED-09A7-40B1-A6C8-46A0CB5F3897}" type="sibTrans" cxnId="{4A950C60-5797-42FC-91F5-A174DD427A95}">
      <dgm:prSet/>
      <dgm:spPr/>
      <dgm:t>
        <a:bodyPr/>
        <a:lstStyle/>
        <a:p>
          <a:endParaRPr lang="pt-BR"/>
        </a:p>
      </dgm:t>
    </dgm:pt>
    <dgm:pt modelId="{5E8859B5-81C1-43EE-8C8A-51CF787E74FE}" type="pres">
      <dgm:prSet presAssocID="{7C0DC1C9-4B9F-4E0E-B149-AA37DDC5A8E1}" presName="linear" presStyleCnt="0">
        <dgm:presLayoutVars>
          <dgm:dir/>
          <dgm:animLvl val="lvl"/>
          <dgm:resizeHandles val="exact"/>
        </dgm:presLayoutVars>
      </dgm:prSet>
      <dgm:spPr/>
    </dgm:pt>
    <dgm:pt modelId="{12C48CA4-E96A-4B41-8B1A-4A8F9EBC1BD8}" type="pres">
      <dgm:prSet presAssocID="{C43D171F-CA68-44E5-8D7D-132E1C6C371D}" presName="parentLin" presStyleCnt="0"/>
      <dgm:spPr/>
    </dgm:pt>
    <dgm:pt modelId="{446B523F-EB15-4539-87EA-3CDD830C0D8D}" type="pres">
      <dgm:prSet presAssocID="{C43D171F-CA68-44E5-8D7D-132E1C6C371D}" presName="parentLeftMargin" presStyleLbl="node1" presStyleIdx="0" presStyleCnt="5"/>
      <dgm:spPr/>
    </dgm:pt>
    <dgm:pt modelId="{803D6F46-C960-4B06-8475-3A8D98B1033A}" type="pres">
      <dgm:prSet presAssocID="{C43D171F-CA68-44E5-8D7D-132E1C6C371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D53B5F4-20DF-4F36-938D-85F94892ABE0}" type="pres">
      <dgm:prSet presAssocID="{C43D171F-CA68-44E5-8D7D-132E1C6C371D}" presName="negativeSpace" presStyleCnt="0"/>
      <dgm:spPr/>
    </dgm:pt>
    <dgm:pt modelId="{D1CB308F-BC90-4FC2-A6BA-AD8A2C1ECA7A}" type="pres">
      <dgm:prSet presAssocID="{C43D171F-CA68-44E5-8D7D-132E1C6C371D}" presName="childText" presStyleLbl="conFgAcc1" presStyleIdx="0" presStyleCnt="5">
        <dgm:presLayoutVars>
          <dgm:bulletEnabled val="1"/>
        </dgm:presLayoutVars>
      </dgm:prSet>
      <dgm:spPr/>
    </dgm:pt>
    <dgm:pt modelId="{F18587C9-57E0-49EB-B5C7-980AC5786BB9}" type="pres">
      <dgm:prSet presAssocID="{536EE1B1-226B-4E8B-80B2-4CB763217705}" presName="spaceBetweenRectangles" presStyleCnt="0"/>
      <dgm:spPr/>
    </dgm:pt>
    <dgm:pt modelId="{33190A28-0631-4096-A194-7B886A7CAB8B}" type="pres">
      <dgm:prSet presAssocID="{B5164FDD-C584-40EB-B866-595618E0C5DD}" presName="parentLin" presStyleCnt="0"/>
      <dgm:spPr/>
    </dgm:pt>
    <dgm:pt modelId="{6CE3A422-20B5-4244-AA7F-56C6B104FF87}" type="pres">
      <dgm:prSet presAssocID="{B5164FDD-C584-40EB-B866-595618E0C5DD}" presName="parentLeftMargin" presStyleLbl="node1" presStyleIdx="0" presStyleCnt="5"/>
      <dgm:spPr/>
    </dgm:pt>
    <dgm:pt modelId="{21D8D9EB-75BE-483B-9C73-AD1D914F95E7}" type="pres">
      <dgm:prSet presAssocID="{B5164FDD-C584-40EB-B866-595618E0C5D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3334D67-077A-464B-8759-667263FE7228}" type="pres">
      <dgm:prSet presAssocID="{B5164FDD-C584-40EB-B866-595618E0C5DD}" presName="negativeSpace" presStyleCnt="0"/>
      <dgm:spPr/>
    </dgm:pt>
    <dgm:pt modelId="{B32E73B7-90E1-4291-86AF-046CADF87D2F}" type="pres">
      <dgm:prSet presAssocID="{B5164FDD-C584-40EB-B866-595618E0C5DD}" presName="childText" presStyleLbl="conFgAcc1" presStyleIdx="1" presStyleCnt="5">
        <dgm:presLayoutVars>
          <dgm:bulletEnabled val="1"/>
        </dgm:presLayoutVars>
      </dgm:prSet>
      <dgm:spPr/>
    </dgm:pt>
    <dgm:pt modelId="{5210E491-77D8-4075-ACED-F0264592A266}" type="pres">
      <dgm:prSet presAssocID="{4BB30838-2309-4DC5-8CE3-5330AAB09A8A}" presName="spaceBetweenRectangles" presStyleCnt="0"/>
      <dgm:spPr/>
    </dgm:pt>
    <dgm:pt modelId="{E5A384D9-7741-4C82-9494-8791F14512BF}" type="pres">
      <dgm:prSet presAssocID="{01F87CF0-1A1C-4AAC-AAEA-C2ABB303D15B}" presName="parentLin" presStyleCnt="0"/>
      <dgm:spPr/>
    </dgm:pt>
    <dgm:pt modelId="{2D24C662-C3BD-42BD-B2D8-91F8125B9E03}" type="pres">
      <dgm:prSet presAssocID="{01F87CF0-1A1C-4AAC-AAEA-C2ABB303D15B}" presName="parentLeftMargin" presStyleLbl="node1" presStyleIdx="1" presStyleCnt="5"/>
      <dgm:spPr/>
    </dgm:pt>
    <dgm:pt modelId="{66837ED4-ADBD-49AA-A02E-83E8BF4376A9}" type="pres">
      <dgm:prSet presAssocID="{01F87CF0-1A1C-4AAC-AAEA-C2ABB303D15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37AC78C-9990-4E72-A28B-AE68E7A4710C}" type="pres">
      <dgm:prSet presAssocID="{01F87CF0-1A1C-4AAC-AAEA-C2ABB303D15B}" presName="negativeSpace" presStyleCnt="0"/>
      <dgm:spPr/>
    </dgm:pt>
    <dgm:pt modelId="{5661E36A-7E43-48CB-B713-441DFA5A66B3}" type="pres">
      <dgm:prSet presAssocID="{01F87CF0-1A1C-4AAC-AAEA-C2ABB303D15B}" presName="childText" presStyleLbl="conFgAcc1" presStyleIdx="2" presStyleCnt="5">
        <dgm:presLayoutVars>
          <dgm:bulletEnabled val="1"/>
        </dgm:presLayoutVars>
      </dgm:prSet>
      <dgm:spPr/>
    </dgm:pt>
    <dgm:pt modelId="{1A1E9BEE-5D96-42A8-9FD3-2FE0AD508BEC}" type="pres">
      <dgm:prSet presAssocID="{6E20EC13-74C1-403F-96E9-9FDE903C3D84}" presName="spaceBetweenRectangles" presStyleCnt="0"/>
      <dgm:spPr/>
    </dgm:pt>
    <dgm:pt modelId="{EDD7941D-5C2C-4ED3-BB18-332586E2D50C}" type="pres">
      <dgm:prSet presAssocID="{9B782513-EE6C-4B5F-BF4E-02EA10073B57}" presName="parentLin" presStyleCnt="0"/>
      <dgm:spPr/>
    </dgm:pt>
    <dgm:pt modelId="{0FFF327C-CE88-435D-8C8E-E6D68BA1CBB4}" type="pres">
      <dgm:prSet presAssocID="{9B782513-EE6C-4B5F-BF4E-02EA10073B57}" presName="parentLeftMargin" presStyleLbl="node1" presStyleIdx="2" presStyleCnt="5"/>
      <dgm:spPr/>
    </dgm:pt>
    <dgm:pt modelId="{9555AF29-8D87-4CF6-A39B-F1A418E9DB7B}" type="pres">
      <dgm:prSet presAssocID="{9B782513-EE6C-4B5F-BF4E-02EA10073B5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459C95D-9DDB-42A8-96AE-49F8FBC02EC5}" type="pres">
      <dgm:prSet presAssocID="{9B782513-EE6C-4B5F-BF4E-02EA10073B57}" presName="negativeSpace" presStyleCnt="0"/>
      <dgm:spPr/>
    </dgm:pt>
    <dgm:pt modelId="{74542765-BE5C-486E-B336-148DDCD7CFCF}" type="pres">
      <dgm:prSet presAssocID="{9B782513-EE6C-4B5F-BF4E-02EA10073B57}" presName="childText" presStyleLbl="conFgAcc1" presStyleIdx="3" presStyleCnt="5">
        <dgm:presLayoutVars>
          <dgm:bulletEnabled val="1"/>
        </dgm:presLayoutVars>
      </dgm:prSet>
      <dgm:spPr/>
    </dgm:pt>
    <dgm:pt modelId="{3098CB6F-B650-4625-A837-452B00736EB4}" type="pres">
      <dgm:prSet presAssocID="{569650C7-5A22-44F4-AD0E-246BFD31C003}" presName="spaceBetweenRectangles" presStyleCnt="0"/>
      <dgm:spPr/>
    </dgm:pt>
    <dgm:pt modelId="{0C3BEECB-81D0-48C7-85C2-4C7EF02A259B}" type="pres">
      <dgm:prSet presAssocID="{6553DBEF-0DD6-4087-A3B3-EAA7B47A6297}" presName="parentLin" presStyleCnt="0"/>
      <dgm:spPr/>
    </dgm:pt>
    <dgm:pt modelId="{D96B6C89-0A6C-4324-A554-E45AC56693EF}" type="pres">
      <dgm:prSet presAssocID="{6553DBEF-0DD6-4087-A3B3-EAA7B47A6297}" presName="parentLeftMargin" presStyleLbl="node1" presStyleIdx="3" presStyleCnt="5"/>
      <dgm:spPr/>
    </dgm:pt>
    <dgm:pt modelId="{C63DC200-3275-48F6-9022-55EBC28BB7E4}" type="pres">
      <dgm:prSet presAssocID="{6553DBEF-0DD6-4087-A3B3-EAA7B47A629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0E49FD2-4CF9-435B-B1DA-8485857294BD}" type="pres">
      <dgm:prSet presAssocID="{6553DBEF-0DD6-4087-A3B3-EAA7B47A6297}" presName="negativeSpace" presStyleCnt="0"/>
      <dgm:spPr/>
    </dgm:pt>
    <dgm:pt modelId="{531A5DF5-BE89-4AD8-8847-3D299CB6050D}" type="pres">
      <dgm:prSet presAssocID="{6553DBEF-0DD6-4087-A3B3-EAA7B47A629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AD775B18-3463-4232-B2C6-FA897FE48D41}" type="presOf" srcId="{01F87CF0-1A1C-4AAC-AAEA-C2ABB303D15B}" destId="{66837ED4-ADBD-49AA-A02E-83E8BF4376A9}" srcOrd="1" destOrd="0" presId="urn:microsoft.com/office/officeart/2005/8/layout/list1"/>
    <dgm:cxn modelId="{9EC3231E-6561-4B97-9500-0C8D35FC991C}" type="presOf" srcId="{169423DF-0FD7-4E3C-9311-08A748291E6B}" destId="{74542765-BE5C-486E-B336-148DDCD7CFCF}" srcOrd="0" destOrd="0" presId="urn:microsoft.com/office/officeart/2005/8/layout/list1"/>
    <dgm:cxn modelId="{4DA45529-B0F8-4CFA-8330-6DBD26CF1215}" srcId="{7C0DC1C9-4B9F-4E0E-B149-AA37DDC5A8E1}" destId="{C43D171F-CA68-44E5-8D7D-132E1C6C371D}" srcOrd="0" destOrd="0" parTransId="{DFAF80A9-0646-43A1-8FC8-7FD412652F2F}" sibTransId="{536EE1B1-226B-4E8B-80B2-4CB763217705}"/>
    <dgm:cxn modelId="{49EDB93E-19D4-4647-88B9-82C386E5CFA7}" type="presOf" srcId="{C43D171F-CA68-44E5-8D7D-132E1C6C371D}" destId="{446B523F-EB15-4539-87EA-3CDD830C0D8D}" srcOrd="0" destOrd="0" presId="urn:microsoft.com/office/officeart/2005/8/layout/list1"/>
    <dgm:cxn modelId="{4A950C60-5797-42FC-91F5-A174DD427A95}" srcId="{6553DBEF-0DD6-4087-A3B3-EAA7B47A6297}" destId="{409D13AB-FA63-4F04-8F7F-CB0A2B8F6013}" srcOrd="0" destOrd="0" parTransId="{BF15ABD6-122F-43D8-AD39-CB9B826DD896}" sibTransId="{4529BFED-09A7-40B1-A6C8-46A0CB5F3897}"/>
    <dgm:cxn modelId="{203BCA62-D5E1-46EB-A972-637041599E88}" type="presOf" srcId="{B5164FDD-C584-40EB-B866-595618E0C5DD}" destId="{21D8D9EB-75BE-483B-9C73-AD1D914F95E7}" srcOrd="1" destOrd="0" presId="urn:microsoft.com/office/officeart/2005/8/layout/list1"/>
    <dgm:cxn modelId="{57480543-E8AE-4216-9B72-A7FB716C304A}" type="presOf" srcId="{7F052A1A-8031-4453-B049-D61D5704D42B}" destId="{B32E73B7-90E1-4291-86AF-046CADF87D2F}" srcOrd="0" destOrd="0" presId="urn:microsoft.com/office/officeart/2005/8/layout/list1"/>
    <dgm:cxn modelId="{A6939065-D990-4798-BF9D-36A10491C228}" type="presOf" srcId="{409D13AB-FA63-4F04-8F7F-CB0A2B8F6013}" destId="{531A5DF5-BE89-4AD8-8847-3D299CB6050D}" srcOrd="0" destOrd="0" presId="urn:microsoft.com/office/officeart/2005/8/layout/list1"/>
    <dgm:cxn modelId="{3147B247-5C48-4763-AFF5-995D6746F578}" srcId="{C43D171F-CA68-44E5-8D7D-132E1C6C371D}" destId="{44C85A61-85FB-48A5-A002-54D97E95F575}" srcOrd="0" destOrd="0" parTransId="{25B32E78-B7A6-4847-9744-94B268B6A39D}" sibTransId="{25252E44-C9CD-495A-8FDB-493AB3A79AE4}"/>
    <dgm:cxn modelId="{EB7C2F4F-4F0B-408B-B368-61C59F3000AE}" type="presOf" srcId="{23EB8501-D483-4BA9-A3B3-511B2AC40B94}" destId="{5661E36A-7E43-48CB-B713-441DFA5A66B3}" srcOrd="0" destOrd="0" presId="urn:microsoft.com/office/officeart/2005/8/layout/list1"/>
    <dgm:cxn modelId="{C020A578-7F31-4279-B113-328F995994F8}" type="presOf" srcId="{6553DBEF-0DD6-4087-A3B3-EAA7B47A6297}" destId="{D96B6C89-0A6C-4324-A554-E45AC56693EF}" srcOrd="0" destOrd="0" presId="urn:microsoft.com/office/officeart/2005/8/layout/list1"/>
    <dgm:cxn modelId="{0051317B-E3DE-4786-B245-6B7DFBFC5F08}" srcId="{9B782513-EE6C-4B5F-BF4E-02EA10073B57}" destId="{169423DF-0FD7-4E3C-9311-08A748291E6B}" srcOrd="0" destOrd="0" parTransId="{0FDDD5C6-2896-4FFC-8123-A4FD627CD03D}" sibTransId="{E360E304-3CEC-4A4E-A382-B32C429DA627}"/>
    <dgm:cxn modelId="{0198D883-01B0-4CEB-9E27-9A65297C6759}" type="presOf" srcId="{6553DBEF-0DD6-4087-A3B3-EAA7B47A6297}" destId="{C63DC200-3275-48F6-9022-55EBC28BB7E4}" srcOrd="1" destOrd="0" presId="urn:microsoft.com/office/officeart/2005/8/layout/list1"/>
    <dgm:cxn modelId="{0988ED85-4A00-46F4-9489-272AEACC738B}" srcId="{01F87CF0-1A1C-4AAC-AAEA-C2ABB303D15B}" destId="{23EB8501-D483-4BA9-A3B3-511B2AC40B94}" srcOrd="0" destOrd="0" parTransId="{08AC301C-36C6-46C7-8F92-30AFB0F4141D}" sibTransId="{15AE44DD-5C11-4812-9CC4-CFA1141006D0}"/>
    <dgm:cxn modelId="{2820ED8E-A4FC-4A68-8440-88E43D2F4A5B}" type="presOf" srcId="{9B782513-EE6C-4B5F-BF4E-02EA10073B57}" destId="{9555AF29-8D87-4CF6-A39B-F1A418E9DB7B}" srcOrd="1" destOrd="0" presId="urn:microsoft.com/office/officeart/2005/8/layout/list1"/>
    <dgm:cxn modelId="{AB8F3AA5-808E-4DD4-8200-7BEC845F98E3}" type="presOf" srcId="{B5164FDD-C584-40EB-B866-595618E0C5DD}" destId="{6CE3A422-20B5-4244-AA7F-56C6B104FF87}" srcOrd="0" destOrd="0" presId="urn:microsoft.com/office/officeart/2005/8/layout/list1"/>
    <dgm:cxn modelId="{B1B9C2A9-5EFA-4495-8D8C-33C33E08F78D}" type="presOf" srcId="{44C85A61-85FB-48A5-A002-54D97E95F575}" destId="{D1CB308F-BC90-4FC2-A6BA-AD8A2C1ECA7A}" srcOrd="0" destOrd="0" presId="urn:microsoft.com/office/officeart/2005/8/layout/list1"/>
    <dgm:cxn modelId="{104925B2-05C3-48B6-A89B-E42B1368E613}" srcId="{7C0DC1C9-4B9F-4E0E-B149-AA37DDC5A8E1}" destId="{01F87CF0-1A1C-4AAC-AAEA-C2ABB303D15B}" srcOrd="2" destOrd="0" parTransId="{D61D523F-5C2B-4CF7-A16D-45198BE02CB6}" sibTransId="{6E20EC13-74C1-403F-96E9-9FDE903C3D84}"/>
    <dgm:cxn modelId="{525257B7-6104-4B43-9C61-E6375A4A3DEE}" type="presOf" srcId="{C43D171F-CA68-44E5-8D7D-132E1C6C371D}" destId="{803D6F46-C960-4B06-8475-3A8D98B1033A}" srcOrd="1" destOrd="0" presId="urn:microsoft.com/office/officeart/2005/8/layout/list1"/>
    <dgm:cxn modelId="{421572CC-5857-470E-94FC-A6A233362387}" type="presOf" srcId="{9B782513-EE6C-4B5F-BF4E-02EA10073B57}" destId="{0FFF327C-CE88-435D-8C8E-E6D68BA1CBB4}" srcOrd="0" destOrd="0" presId="urn:microsoft.com/office/officeart/2005/8/layout/list1"/>
    <dgm:cxn modelId="{A102E9D9-2B99-4B1D-8D16-291900365DAC}" srcId="{7C0DC1C9-4B9F-4E0E-B149-AA37DDC5A8E1}" destId="{6553DBEF-0DD6-4087-A3B3-EAA7B47A6297}" srcOrd="4" destOrd="0" parTransId="{1E9100A7-6F52-49F6-B70A-A11488459CE0}" sibTransId="{B0BC34EA-5BD4-4D12-8A99-F485E1CFB3C3}"/>
    <dgm:cxn modelId="{58B70BEC-7F5E-43FE-B5C2-85861C446291}" type="presOf" srcId="{7C0DC1C9-4B9F-4E0E-B149-AA37DDC5A8E1}" destId="{5E8859B5-81C1-43EE-8C8A-51CF787E74FE}" srcOrd="0" destOrd="0" presId="urn:microsoft.com/office/officeart/2005/8/layout/list1"/>
    <dgm:cxn modelId="{EC8975F0-40DF-426B-8A3C-7F875E941EA4}" srcId="{B5164FDD-C584-40EB-B866-595618E0C5DD}" destId="{7F052A1A-8031-4453-B049-D61D5704D42B}" srcOrd="0" destOrd="0" parTransId="{AF0FD7FA-0371-43B0-A0A3-053B91EBB4F1}" sibTransId="{D704A9AF-5F97-4B47-93F6-5423F136F226}"/>
    <dgm:cxn modelId="{465587F6-4CD5-41C4-BC7A-DE46FD959E79}" type="presOf" srcId="{01F87CF0-1A1C-4AAC-AAEA-C2ABB303D15B}" destId="{2D24C662-C3BD-42BD-B2D8-91F8125B9E03}" srcOrd="0" destOrd="0" presId="urn:microsoft.com/office/officeart/2005/8/layout/list1"/>
    <dgm:cxn modelId="{F6C48BFA-2BF3-4832-87B4-32C0B98B90F5}" srcId="{7C0DC1C9-4B9F-4E0E-B149-AA37DDC5A8E1}" destId="{B5164FDD-C584-40EB-B866-595618E0C5DD}" srcOrd="1" destOrd="0" parTransId="{EF034C84-C16B-448D-9C67-757A97ED1B55}" sibTransId="{4BB30838-2309-4DC5-8CE3-5330AAB09A8A}"/>
    <dgm:cxn modelId="{490CE1FA-F2F2-4627-93EA-EFEB64A950B1}" srcId="{7C0DC1C9-4B9F-4E0E-B149-AA37DDC5A8E1}" destId="{9B782513-EE6C-4B5F-BF4E-02EA10073B57}" srcOrd="3" destOrd="0" parTransId="{2B3C15CE-1F0E-4576-B2DC-98DCDA8A6629}" sibTransId="{569650C7-5A22-44F4-AD0E-246BFD31C003}"/>
    <dgm:cxn modelId="{D0655539-286B-4A80-8C15-430C7E94BA17}" type="presParOf" srcId="{5E8859B5-81C1-43EE-8C8A-51CF787E74FE}" destId="{12C48CA4-E96A-4B41-8B1A-4A8F9EBC1BD8}" srcOrd="0" destOrd="0" presId="urn:microsoft.com/office/officeart/2005/8/layout/list1"/>
    <dgm:cxn modelId="{E97346AF-C8AA-4069-8687-B5476BC16F43}" type="presParOf" srcId="{12C48CA4-E96A-4B41-8B1A-4A8F9EBC1BD8}" destId="{446B523F-EB15-4539-87EA-3CDD830C0D8D}" srcOrd="0" destOrd="0" presId="urn:microsoft.com/office/officeart/2005/8/layout/list1"/>
    <dgm:cxn modelId="{7EFFE01B-5CB0-48B7-9F82-F315CFE1D972}" type="presParOf" srcId="{12C48CA4-E96A-4B41-8B1A-4A8F9EBC1BD8}" destId="{803D6F46-C960-4B06-8475-3A8D98B1033A}" srcOrd="1" destOrd="0" presId="urn:microsoft.com/office/officeart/2005/8/layout/list1"/>
    <dgm:cxn modelId="{3222BF4B-F6EF-4EEE-BEEC-007769887BCA}" type="presParOf" srcId="{5E8859B5-81C1-43EE-8C8A-51CF787E74FE}" destId="{4D53B5F4-20DF-4F36-938D-85F94892ABE0}" srcOrd="1" destOrd="0" presId="urn:microsoft.com/office/officeart/2005/8/layout/list1"/>
    <dgm:cxn modelId="{8C408C86-0F6F-44B6-A788-A66051EF02BC}" type="presParOf" srcId="{5E8859B5-81C1-43EE-8C8A-51CF787E74FE}" destId="{D1CB308F-BC90-4FC2-A6BA-AD8A2C1ECA7A}" srcOrd="2" destOrd="0" presId="urn:microsoft.com/office/officeart/2005/8/layout/list1"/>
    <dgm:cxn modelId="{452AF1C2-808D-420B-9C44-580EBEEA4F46}" type="presParOf" srcId="{5E8859B5-81C1-43EE-8C8A-51CF787E74FE}" destId="{F18587C9-57E0-49EB-B5C7-980AC5786BB9}" srcOrd="3" destOrd="0" presId="urn:microsoft.com/office/officeart/2005/8/layout/list1"/>
    <dgm:cxn modelId="{95F02C41-BA89-481D-8E0D-4F789C808EF8}" type="presParOf" srcId="{5E8859B5-81C1-43EE-8C8A-51CF787E74FE}" destId="{33190A28-0631-4096-A194-7B886A7CAB8B}" srcOrd="4" destOrd="0" presId="urn:microsoft.com/office/officeart/2005/8/layout/list1"/>
    <dgm:cxn modelId="{43ED4FC8-73DE-4995-8A9C-F415CB990118}" type="presParOf" srcId="{33190A28-0631-4096-A194-7B886A7CAB8B}" destId="{6CE3A422-20B5-4244-AA7F-56C6B104FF87}" srcOrd="0" destOrd="0" presId="urn:microsoft.com/office/officeart/2005/8/layout/list1"/>
    <dgm:cxn modelId="{835A0205-D94C-414D-8D4F-6AEC47036818}" type="presParOf" srcId="{33190A28-0631-4096-A194-7B886A7CAB8B}" destId="{21D8D9EB-75BE-483B-9C73-AD1D914F95E7}" srcOrd="1" destOrd="0" presId="urn:microsoft.com/office/officeart/2005/8/layout/list1"/>
    <dgm:cxn modelId="{EB13E695-CC98-4A75-952B-036497BC1481}" type="presParOf" srcId="{5E8859B5-81C1-43EE-8C8A-51CF787E74FE}" destId="{23334D67-077A-464B-8759-667263FE7228}" srcOrd="5" destOrd="0" presId="urn:microsoft.com/office/officeart/2005/8/layout/list1"/>
    <dgm:cxn modelId="{1F84D89A-C69C-4601-9361-00102934F7A1}" type="presParOf" srcId="{5E8859B5-81C1-43EE-8C8A-51CF787E74FE}" destId="{B32E73B7-90E1-4291-86AF-046CADF87D2F}" srcOrd="6" destOrd="0" presId="urn:microsoft.com/office/officeart/2005/8/layout/list1"/>
    <dgm:cxn modelId="{CFDC570D-7852-48E5-BE57-2685EB788E71}" type="presParOf" srcId="{5E8859B5-81C1-43EE-8C8A-51CF787E74FE}" destId="{5210E491-77D8-4075-ACED-F0264592A266}" srcOrd="7" destOrd="0" presId="urn:microsoft.com/office/officeart/2005/8/layout/list1"/>
    <dgm:cxn modelId="{69EA1C25-284A-4742-B233-FEBE0C8DC97A}" type="presParOf" srcId="{5E8859B5-81C1-43EE-8C8A-51CF787E74FE}" destId="{E5A384D9-7741-4C82-9494-8791F14512BF}" srcOrd="8" destOrd="0" presId="urn:microsoft.com/office/officeart/2005/8/layout/list1"/>
    <dgm:cxn modelId="{5ED89ED8-9807-4FCD-8327-600AA6162438}" type="presParOf" srcId="{E5A384D9-7741-4C82-9494-8791F14512BF}" destId="{2D24C662-C3BD-42BD-B2D8-91F8125B9E03}" srcOrd="0" destOrd="0" presId="urn:microsoft.com/office/officeart/2005/8/layout/list1"/>
    <dgm:cxn modelId="{E4B64F03-276B-46E2-B753-0FAD0E5412EF}" type="presParOf" srcId="{E5A384D9-7741-4C82-9494-8791F14512BF}" destId="{66837ED4-ADBD-49AA-A02E-83E8BF4376A9}" srcOrd="1" destOrd="0" presId="urn:microsoft.com/office/officeart/2005/8/layout/list1"/>
    <dgm:cxn modelId="{0823A380-398F-41B3-AFA7-40A3BF7D985A}" type="presParOf" srcId="{5E8859B5-81C1-43EE-8C8A-51CF787E74FE}" destId="{737AC78C-9990-4E72-A28B-AE68E7A4710C}" srcOrd="9" destOrd="0" presId="urn:microsoft.com/office/officeart/2005/8/layout/list1"/>
    <dgm:cxn modelId="{9B7CEF8E-1A6C-4E3C-ADE4-39FBC43D8424}" type="presParOf" srcId="{5E8859B5-81C1-43EE-8C8A-51CF787E74FE}" destId="{5661E36A-7E43-48CB-B713-441DFA5A66B3}" srcOrd="10" destOrd="0" presId="urn:microsoft.com/office/officeart/2005/8/layout/list1"/>
    <dgm:cxn modelId="{98044660-7567-412C-BA17-8EF6AD2EF751}" type="presParOf" srcId="{5E8859B5-81C1-43EE-8C8A-51CF787E74FE}" destId="{1A1E9BEE-5D96-42A8-9FD3-2FE0AD508BEC}" srcOrd="11" destOrd="0" presId="urn:microsoft.com/office/officeart/2005/8/layout/list1"/>
    <dgm:cxn modelId="{B480E3D8-78B5-4689-AD27-FF7DA1A2FD40}" type="presParOf" srcId="{5E8859B5-81C1-43EE-8C8A-51CF787E74FE}" destId="{EDD7941D-5C2C-4ED3-BB18-332586E2D50C}" srcOrd="12" destOrd="0" presId="urn:microsoft.com/office/officeart/2005/8/layout/list1"/>
    <dgm:cxn modelId="{2AF7F7C8-0A12-42A3-A23D-6B1FA152A254}" type="presParOf" srcId="{EDD7941D-5C2C-4ED3-BB18-332586E2D50C}" destId="{0FFF327C-CE88-435D-8C8E-E6D68BA1CBB4}" srcOrd="0" destOrd="0" presId="urn:microsoft.com/office/officeart/2005/8/layout/list1"/>
    <dgm:cxn modelId="{BE8FEB5A-1CDF-4702-BDAF-D4A39CF93DE1}" type="presParOf" srcId="{EDD7941D-5C2C-4ED3-BB18-332586E2D50C}" destId="{9555AF29-8D87-4CF6-A39B-F1A418E9DB7B}" srcOrd="1" destOrd="0" presId="urn:microsoft.com/office/officeart/2005/8/layout/list1"/>
    <dgm:cxn modelId="{CC6DA4D9-51B8-44C3-92B5-3B5D6BE01694}" type="presParOf" srcId="{5E8859B5-81C1-43EE-8C8A-51CF787E74FE}" destId="{8459C95D-9DDB-42A8-96AE-49F8FBC02EC5}" srcOrd="13" destOrd="0" presId="urn:microsoft.com/office/officeart/2005/8/layout/list1"/>
    <dgm:cxn modelId="{83D852CC-73F0-4E14-A292-697828A718A9}" type="presParOf" srcId="{5E8859B5-81C1-43EE-8C8A-51CF787E74FE}" destId="{74542765-BE5C-486E-B336-148DDCD7CFCF}" srcOrd="14" destOrd="0" presId="urn:microsoft.com/office/officeart/2005/8/layout/list1"/>
    <dgm:cxn modelId="{D9508B26-7B99-49AF-8116-E438492ABC49}" type="presParOf" srcId="{5E8859B5-81C1-43EE-8C8A-51CF787E74FE}" destId="{3098CB6F-B650-4625-A837-452B00736EB4}" srcOrd="15" destOrd="0" presId="urn:microsoft.com/office/officeart/2005/8/layout/list1"/>
    <dgm:cxn modelId="{40CC64AC-287F-4592-B391-BA7B691B3C2C}" type="presParOf" srcId="{5E8859B5-81C1-43EE-8C8A-51CF787E74FE}" destId="{0C3BEECB-81D0-48C7-85C2-4C7EF02A259B}" srcOrd="16" destOrd="0" presId="urn:microsoft.com/office/officeart/2005/8/layout/list1"/>
    <dgm:cxn modelId="{23228019-9A2E-4C47-8A42-4453B1EB0BF6}" type="presParOf" srcId="{0C3BEECB-81D0-48C7-85C2-4C7EF02A259B}" destId="{D96B6C89-0A6C-4324-A554-E45AC56693EF}" srcOrd="0" destOrd="0" presId="urn:microsoft.com/office/officeart/2005/8/layout/list1"/>
    <dgm:cxn modelId="{7D45DF12-D28D-415B-BCC4-AA6648687E1D}" type="presParOf" srcId="{0C3BEECB-81D0-48C7-85C2-4C7EF02A259B}" destId="{C63DC200-3275-48F6-9022-55EBC28BB7E4}" srcOrd="1" destOrd="0" presId="urn:microsoft.com/office/officeart/2005/8/layout/list1"/>
    <dgm:cxn modelId="{64B86E6E-1943-4334-A0A4-FCA06C376350}" type="presParOf" srcId="{5E8859B5-81C1-43EE-8C8A-51CF787E74FE}" destId="{60E49FD2-4CF9-435B-B1DA-8485857294BD}" srcOrd="17" destOrd="0" presId="urn:microsoft.com/office/officeart/2005/8/layout/list1"/>
    <dgm:cxn modelId="{0EF1FAAE-1D1F-494B-AB26-EBFB14C50997}" type="presParOf" srcId="{5E8859B5-81C1-43EE-8C8A-51CF787E74FE}" destId="{531A5DF5-BE89-4AD8-8847-3D299CB6050D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0DC1C9-4B9F-4E0E-B149-AA37DDC5A8E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5164FDD-C584-40EB-B866-595618E0C5DD}">
      <dgm:prSet phldrT="[Texto]"/>
      <dgm:spPr/>
      <dgm:t>
        <a:bodyPr/>
        <a:lstStyle/>
        <a:p>
          <a:r>
            <a:rPr lang="pt-BR" dirty="0"/>
            <a:t>Consumir eventos</a:t>
          </a:r>
        </a:p>
      </dgm:t>
    </dgm:pt>
    <dgm:pt modelId="{EF034C84-C16B-448D-9C67-757A97ED1B55}" type="parTrans" cxnId="{F6C48BFA-2BF3-4832-87B4-32C0B98B90F5}">
      <dgm:prSet/>
      <dgm:spPr/>
      <dgm:t>
        <a:bodyPr/>
        <a:lstStyle/>
        <a:p>
          <a:endParaRPr lang="pt-BR"/>
        </a:p>
      </dgm:t>
    </dgm:pt>
    <dgm:pt modelId="{4BB30838-2309-4DC5-8CE3-5330AAB09A8A}" type="sibTrans" cxnId="{F6C48BFA-2BF3-4832-87B4-32C0B98B90F5}">
      <dgm:prSet/>
      <dgm:spPr/>
      <dgm:t>
        <a:bodyPr/>
        <a:lstStyle/>
        <a:p>
          <a:endParaRPr lang="pt-BR"/>
        </a:p>
      </dgm:t>
    </dgm:pt>
    <dgm:pt modelId="{7F052A1A-8031-4453-B049-D61D5704D42B}">
      <dgm:prSet phldrT="[Texto]"/>
      <dgm:spPr/>
      <dgm:t>
        <a:bodyPr/>
        <a:lstStyle/>
        <a:p>
          <a:r>
            <a:rPr lang="pt-BR" dirty="0"/>
            <a:t>Leitura de dados dos tópicos</a:t>
          </a:r>
        </a:p>
      </dgm:t>
    </dgm:pt>
    <dgm:pt modelId="{AF0FD7FA-0371-43B0-A0A3-053B91EBB4F1}" type="parTrans" cxnId="{EC8975F0-40DF-426B-8A3C-7F875E941EA4}">
      <dgm:prSet/>
      <dgm:spPr/>
      <dgm:t>
        <a:bodyPr/>
        <a:lstStyle/>
        <a:p>
          <a:endParaRPr lang="pt-BR"/>
        </a:p>
      </dgm:t>
    </dgm:pt>
    <dgm:pt modelId="{D704A9AF-5F97-4B47-93F6-5423F136F226}" type="sibTrans" cxnId="{EC8975F0-40DF-426B-8A3C-7F875E941EA4}">
      <dgm:prSet/>
      <dgm:spPr/>
      <dgm:t>
        <a:bodyPr/>
        <a:lstStyle/>
        <a:p>
          <a:endParaRPr lang="pt-BR"/>
        </a:p>
      </dgm:t>
    </dgm:pt>
    <dgm:pt modelId="{5E8859B5-81C1-43EE-8C8A-51CF787E74FE}" type="pres">
      <dgm:prSet presAssocID="{7C0DC1C9-4B9F-4E0E-B149-AA37DDC5A8E1}" presName="linear" presStyleCnt="0">
        <dgm:presLayoutVars>
          <dgm:dir/>
          <dgm:animLvl val="lvl"/>
          <dgm:resizeHandles val="exact"/>
        </dgm:presLayoutVars>
      </dgm:prSet>
      <dgm:spPr/>
    </dgm:pt>
    <dgm:pt modelId="{33190A28-0631-4096-A194-7B886A7CAB8B}" type="pres">
      <dgm:prSet presAssocID="{B5164FDD-C584-40EB-B866-595618E0C5DD}" presName="parentLin" presStyleCnt="0"/>
      <dgm:spPr/>
    </dgm:pt>
    <dgm:pt modelId="{6CE3A422-20B5-4244-AA7F-56C6B104FF87}" type="pres">
      <dgm:prSet presAssocID="{B5164FDD-C584-40EB-B866-595618E0C5DD}" presName="parentLeftMargin" presStyleLbl="node1" presStyleIdx="0" presStyleCnt="1"/>
      <dgm:spPr/>
    </dgm:pt>
    <dgm:pt modelId="{21D8D9EB-75BE-483B-9C73-AD1D914F95E7}" type="pres">
      <dgm:prSet presAssocID="{B5164FDD-C584-40EB-B866-595618E0C5D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3334D67-077A-464B-8759-667263FE7228}" type="pres">
      <dgm:prSet presAssocID="{B5164FDD-C584-40EB-B866-595618E0C5DD}" presName="negativeSpace" presStyleCnt="0"/>
      <dgm:spPr/>
    </dgm:pt>
    <dgm:pt modelId="{B32E73B7-90E1-4291-86AF-046CADF87D2F}" type="pres">
      <dgm:prSet presAssocID="{B5164FDD-C584-40EB-B866-595618E0C5DD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203BCA62-D5E1-46EB-A972-637041599E88}" type="presOf" srcId="{B5164FDD-C584-40EB-B866-595618E0C5DD}" destId="{21D8D9EB-75BE-483B-9C73-AD1D914F95E7}" srcOrd="1" destOrd="0" presId="urn:microsoft.com/office/officeart/2005/8/layout/list1"/>
    <dgm:cxn modelId="{57480543-E8AE-4216-9B72-A7FB716C304A}" type="presOf" srcId="{7F052A1A-8031-4453-B049-D61D5704D42B}" destId="{B32E73B7-90E1-4291-86AF-046CADF87D2F}" srcOrd="0" destOrd="0" presId="urn:microsoft.com/office/officeart/2005/8/layout/list1"/>
    <dgm:cxn modelId="{AB8F3AA5-808E-4DD4-8200-7BEC845F98E3}" type="presOf" srcId="{B5164FDD-C584-40EB-B866-595618E0C5DD}" destId="{6CE3A422-20B5-4244-AA7F-56C6B104FF87}" srcOrd="0" destOrd="0" presId="urn:microsoft.com/office/officeart/2005/8/layout/list1"/>
    <dgm:cxn modelId="{58B70BEC-7F5E-43FE-B5C2-85861C446291}" type="presOf" srcId="{7C0DC1C9-4B9F-4E0E-B149-AA37DDC5A8E1}" destId="{5E8859B5-81C1-43EE-8C8A-51CF787E74FE}" srcOrd="0" destOrd="0" presId="urn:microsoft.com/office/officeart/2005/8/layout/list1"/>
    <dgm:cxn modelId="{EC8975F0-40DF-426B-8A3C-7F875E941EA4}" srcId="{B5164FDD-C584-40EB-B866-595618E0C5DD}" destId="{7F052A1A-8031-4453-B049-D61D5704D42B}" srcOrd="0" destOrd="0" parTransId="{AF0FD7FA-0371-43B0-A0A3-053B91EBB4F1}" sibTransId="{D704A9AF-5F97-4B47-93F6-5423F136F226}"/>
    <dgm:cxn modelId="{F6C48BFA-2BF3-4832-87B4-32C0B98B90F5}" srcId="{7C0DC1C9-4B9F-4E0E-B149-AA37DDC5A8E1}" destId="{B5164FDD-C584-40EB-B866-595618E0C5DD}" srcOrd="0" destOrd="0" parTransId="{EF034C84-C16B-448D-9C67-757A97ED1B55}" sibTransId="{4BB30838-2309-4DC5-8CE3-5330AAB09A8A}"/>
    <dgm:cxn modelId="{95F02C41-BA89-481D-8E0D-4F789C808EF8}" type="presParOf" srcId="{5E8859B5-81C1-43EE-8C8A-51CF787E74FE}" destId="{33190A28-0631-4096-A194-7B886A7CAB8B}" srcOrd="0" destOrd="0" presId="urn:microsoft.com/office/officeart/2005/8/layout/list1"/>
    <dgm:cxn modelId="{43ED4FC8-73DE-4995-8A9C-F415CB990118}" type="presParOf" srcId="{33190A28-0631-4096-A194-7B886A7CAB8B}" destId="{6CE3A422-20B5-4244-AA7F-56C6B104FF87}" srcOrd="0" destOrd="0" presId="urn:microsoft.com/office/officeart/2005/8/layout/list1"/>
    <dgm:cxn modelId="{835A0205-D94C-414D-8D4F-6AEC47036818}" type="presParOf" srcId="{33190A28-0631-4096-A194-7B886A7CAB8B}" destId="{21D8D9EB-75BE-483B-9C73-AD1D914F95E7}" srcOrd="1" destOrd="0" presId="urn:microsoft.com/office/officeart/2005/8/layout/list1"/>
    <dgm:cxn modelId="{EB13E695-CC98-4A75-952B-036497BC1481}" type="presParOf" srcId="{5E8859B5-81C1-43EE-8C8A-51CF787E74FE}" destId="{23334D67-077A-464B-8759-667263FE7228}" srcOrd="1" destOrd="0" presId="urn:microsoft.com/office/officeart/2005/8/layout/list1"/>
    <dgm:cxn modelId="{1F84D89A-C69C-4601-9361-00102934F7A1}" type="presParOf" srcId="{5E8859B5-81C1-43EE-8C8A-51CF787E74FE}" destId="{B32E73B7-90E1-4291-86AF-046CADF87D2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77E5A2-AB87-4D8A-BF2F-D8258E51339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5AC89A0-FBE6-40ED-B59B-0C85A36658B2}">
      <dgm:prSet phldrT="[Texto]"/>
      <dgm:spPr/>
      <dgm:t>
        <a:bodyPr/>
        <a:lstStyle/>
        <a:p>
          <a:r>
            <a:rPr lang="pt-BR" dirty="0"/>
            <a:t>Método de invocação </a:t>
          </a:r>
          <a:r>
            <a:rPr lang="pt-BR" b="1" dirty="0"/>
            <a:t>SYNC</a:t>
          </a:r>
        </a:p>
      </dgm:t>
    </dgm:pt>
    <dgm:pt modelId="{4C923EE4-463D-4CB0-B0E5-FF5D28E926BC}" type="parTrans" cxnId="{4008B46C-BE30-4C4B-96A5-482104A339C2}">
      <dgm:prSet/>
      <dgm:spPr/>
      <dgm:t>
        <a:bodyPr/>
        <a:lstStyle/>
        <a:p>
          <a:endParaRPr lang="pt-BR"/>
        </a:p>
      </dgm:t>
    </dgm:pt>
    <dgm:pt modelId="{3DE02B19-D1FA-456E-B2DD-6EE5B24BE23A}" type="sibTrans" cxnId="{4008B46C-BE30-4C4B-96A5-482104A339C2}">
      <dgm:prSet/>
      <dgm:spPr/>
      <dgm:t>
        <a:bodyPr/>
        <a:lstStyle/>
        <a:p>
          <a:endParaRPr lang="pt-BR"/>
        </a:p>
      </dgm:t>
    </dgm:pt>
    <dgm:pt modelId="{7A064477-B096-43E4-8F9B-4068C33D89C3}">
      <dgm:prSet phldrT="[Texto]"/>
      <dgm:spPr/>
      <dgm:t>
        <a:bodyPr/>
        <a:lstStyle/>
        <a:p>
          <a:pPr>
            <a:buNone/>
          </a:pPr>
          <a:r>
            <a:rPr lang="pt-BR" dirty="0"/>
            <a:t>✅ O </a:t>
          </a:r>
          <a:r>
            <a:rPr lang="pt-BR" dirty="0" err="1"/>
            <a:t>sink</a:t>
          </a:r>
          <a:r>
            <a:rPr lang="pt-BR" dirty="0"/>
            <a:t> </a:t>
          </a:r>
          <a:r>
            <a:rPr lang="pt-BR" dirty="0" err="1"/>
            <a:t>connector</a:t>
          </a:r>
          <a:r>
            <a:rPr lang="pt-BR" dirty="0"/>
            <a:t> espera a resposta de sucesso da lambda antes de avançar o offset (é blocante)</a:t>
          </a:r>
        </a:p>
      </dgm:t>
    </dgm:pt>
    <dgm:pt modelId="{C69FBC07-D46D-4D89-9EA4-A8B22DFBDACC}" type="parTrans" cxnId="{DC3D82FA-D097-4ED6-BFF4-32BA2F8706F3}">
      <dgm:prSet/>
      <dgm:spPr/>
      <dgm:t>
        <a:bodyPr/>
        <a:lstStyle/>
        <a:p>
          <a:endParaRPr lang="pt-BR"/>
        </a:p>
      </dgm:t>
    </dgm:pt>
    <dgm:pt modelId="{6D530FE3-655B-4C05-A5EF-BFB1958BC032}" type="sibTrans" cxnId="{DC3D82FA-D097-4ED6-BFF4-32BA2F8706F3}">
      <dgm:prSet/>
      <dgm:spPr/>
      <dgm:t>
        <a:bodyPr/>
        <a:lstStyle/>
        <a:p>
          <a:endParaRPr lang="pt-BR"/>
        </a:p>
      </dgm:t>
    </dgm:pt>
    <dgm:pt modelId="{3B25F8D2-9446-4347-93C8-084C45E1ABFD}">
      <dgm:prSet phldrT="[Texto]"/>
      <dgm:spPr/>
      <dgm:t>
        <a:bodyPr/>
        <a:lstStyle/>
        <a:p>
          <a:r>
            <a:rPr lang="pt-BR" dirty="0"/>
            <a:t>Método de invocação A</a:t>
          </a:r>
          <a:r>
            <a:rPr lang="pt-BR" b="1" dirty="0"/>
            <a:t>SYNC</a:t>
          </a:r>
          <a:endParaRPr lang="pt-BR" dirty="0"/>
        </a:p>
      </dgm:t>
    </dgm:pt>
    <dgm:pt modelId="{F5A3C502-E28F-4783-89F1-5BCADFEB7E00}" type="parTrans" cxnId="{7F0694D4-DD4B-42F1-82C2-BF0E6E19F5E5}">
      <dgm:prSet/>
      <dgm:spPr/>
      <dgm:t>
        <a:bodyPr/>
        <a:lstStyle/>
        <a:p>
          <a:endParaRPr lang="pt-BR"/>
        </a:p>
      </dgm:t>
    </dgm:pt>
    <dgm:pt modelId="{D4C48B7F-76D6-4B52-8E28-DEE89D1B06C6}" type="sibTrans" cxnId="{7F0694D4-DD4B-42F1-82C2-BF0E6E19F5E5}">
      <dgm:prSet/>
      <dgm:spPr/>
      <dgm:t>
        <a:bodyPr/>
        <a:lstStyle/>
        <a:p>
          <a:endParaRPr lang="pt-BR"/>
        </a:p>
      </dgm:t>
    </dgm:pt>
    <dgm:pt modelId="{F4682019-F56B-4CDB-941F-37E8B79310AB}">
      <dgm:prSet phldrT="[Texto]"/>
      <dgm:spPr/>
      <dgm:t>
        <a:bodyPr/>
        <a:lstStyle/>
        <a:p>
          <a:pPr>
            <a:buNone/>
          </a:pPr>
          <a:r>
            <a:rPr lang="pt-BR" dirty="0"/>
            <a:t>✅ O </a:t>
          </a:r>
          <a:r>
            <a:rPr lang="pt-BR" dirty="0" err="1"/>
            <a:t>sink</a:t>
          </a:r>
          <a:r>
            <a:rPr lang="pt-BR" dirty="0"/>
            <a:t> </a:t>
          </a:r>
          <a:r>
            <a:rPr lang="pt-BR" dirty="0" err="1"/>
            <a:t>connector</a:t>
          </a:r>
          <a:r>
            <a:rPr lang="pt-BR" dirty="0"/>
            <a:t> dispara a requisição e não </a:t>
          </a:r>
          <a:r>
            <a:rPr lang="pt-BR" b="1" dirty="0"/>
            <a:t>espera por nenhum tipo de resposta (</a:t>
          </a:r>
          <a:r>
            <a:rPr lang="pt-BR" b="0" dirty="0"/>
            <a:t>não blocante)</a:t>
          </a:r>
          <a:endParaRPr lang="pt-BR" dirty="0"/>
        </a:p>
      </dgm:t>
    </dgm:pt>
    <dgm:pt modelId="{5AA4175C-7D3A-45B9-806B-5DD910C49F18}" type="parTrans" cxnId="{4E17D4C7-DCC7-4D92-AC0A-7CF5B15FFEE1}">
      <dgm:prSet/>
      <dgm:spPr/>
      <dgm:t>
        <a:bodyPr/>
        <a:lstStyle/>
        <a:p>
          <a:endParaRPr lang="pt-BR"/>
        </a:p>
      </dgm:t>
    </dgm:pt>
    <dgm:pt modelId="{A6C7159B-7277-44D9-92D1-469F9BA5ED4D}" type="sibTrans" cxnId="{4E17D4C7-DCC7-4D92-AC0A-7CF5B15FFEE1}">
      <dgm:prSet/>
      <dgm:spPr/>
      <dgm:t>
        <a:bodyPr/>
        <a:lstStyle/>
        <a:p>
          <a:endParaRPr lang="pt-BR"/>
        </a:p>
      </dgm:t>
    </dgm:pt>
    <dgm:pt modelId="{C3D9A41B-64F5-48BC-BC93-7EAFBB57760E}">
      <dgm:prSet phldrT="[Texto]"/>
      <dgm:spPr/>
      <dgm:t>
        <a:bodyPr/>
        <a:lstStyle/>
        <a:p>
          <a:pPr>
            <a:buNone/>
          </a:pPr>
          <a:r>
            <a:rPr lang="pt-BR" dirty="0"/>
            <a:t>✅ Garante o reprocessamento em caso de falha</a:t>
          </a:r>
        </a:p>
      </dgm:t>
    </dgm:pt>
    <dgm:pt modelId="{2AFEDF2B-6583-49A1-A4FA-C15149FE1D2B}" type="parTrans" cxnId="{FD4F2DE3-588A-49DA-B330-FC3A424CFED5}">
      <dgm:prSet/>
      <dgm:spPr/>
      <dgm:t>
        <a:bodyPr/>
        <a:lstStyle/>
        <a:p>
          <a:endParaRPr lang="pt-BR"/>
        </a:p>
      </dgm:t>
    </dgm:pt>
    <dgm:pt modelId="{3D928EDD-69A1-45B8-BB8B-3294AEEB8C3E}" type="sibTrans" cxnId="{FD4F2DE3-588A-49DA-B330-FC3A424CFED5}">
      <dgm:prSet/>
      <dgm:spPr/>
      <dgm:t>
        <a:bodyPr/>
        <a:lstStyle/>
        <a:p>
          <a:endParaRPr lang="pt-BR"/>
        </a:p>
      </dgm:t>
    </dgm:pt>
    <dgm:pt modelId="{DF0BAE3F-1ED0-4A0C-BA31-1A5BC91A6D5F}">
      <dgm:prSet phldrT="[Texto]"/>
      <dgm:spPr/>
      <dgm:t>
        <a:bodyPr/>
        <a:lstStyle/>
        <a:p>
          <a:pPr>
            <a:buNone/>
          </a:pPr>
          <a:r>
            <a:rPr lang="pt-BR" dirty="0"/>
            <a:t>⚠️ Pode aumentar a latência se a lambda demorar para responder ou tiver erros</a:t>
          </a:r>
        </a:p>
      </dgm:t>
    </dgm:pt>
    <dgm:pt modelId="{94E2713D-8D2F-46E3-9CCF-58F5A5161BA5}" type="parTrans" cxnId="{E1CA062C-7080-4507-818F-0F1F9EB07A04}">
      <dgm:prSet/>
      <dgm:spPr/>
      <dgm:t>
        <a:bodyPr/>
        <a:lstStyle/>
        <a:p>
          <a:endParaRPr lang="pt-BR"/>
        </a:p>
      </dgm:t>
    </dgm:pt>
    <dgm:pt modelId="{4DCABBB3-B44F-4755-87AE-812E5EAEB17A}" type="sibTrans" cxnId="{E1CA062C-7080-4507-818F-0F1F9EB07A04}">
      <dgm:prSet/>
      <dgm:spPr/>
      <dgm:t>
        <a:bodyPr/>
        <a:lstStyle/>
        <a:p>
          <a:endParaRPr lang="pt-BR"/>
        </a:p>
      </dgm:t>
    </dgm:pt>
    <dgm:pt modelId="{07540A08-FC8A-454C-A088-60E9BDFC2633}">
      <dgm:prSet phldrT="[Texto]"/>
      <dgm:spPr/>
      <dgm:t>
        <a:bodyPr/>
        <a:lstStyle/>
        <a:p>
          <a:pPr>
            <a:buNone/>
          </a:pPr>
          <a:endParaRPr lang="pt-BR" dirty="0"/>
        </a:p>
      </dgm:t>
    </dgm:pt>
    <dgm:pt modelId="{C410BC51-B032-4EE3-9BE4-08646F1455B7}" type="parTrans" cxnId="{2900CAAB-D2CE-4C54-9763-FB639CAA1E57}">
      <dgm:prSet/>
      <dgm:spPr/>
      <dgm:t>
        <a:bodyPr/>
        <a:lstStyle/>
        <a:p>
          <a:endParaRPr lang="pt-BR"/>
        </a:p>
      </dgm:t>
    </dgm:pt>
    <dgm:pt modelId="{FEE34482-3449-497B-8175-A4EA35BA1C3F}" type="sibTrans" cxnId="{2900CAAB-D2CE-4C54-9763-FB639CAA1E57}">
      <dgm:prSet/>
      <dgm:spPr/>
      <dgm:t>
        <a:bodyPr/>
        <a:lstStyle/>
        <a:p>
          <a:endParaRPr lang="pt-BR"/>
        </a:p>
      </dgm:t>
    </dgm:pt>
    <dgm:pt modelId="{397DE1CB-3060-4B69-9E43-FE3EB28DFBFF}">
      <dgm:prSet phldrT="[Texto]"/>
      <dgm:spPr/>
      <dgm:t>
        <a:bodyPr/>
        <a:lstStyle/>
        <a:p>
          <a:pPr>
            <a:buNone/>
          </a:pPr>
          <a:r>
            <a:rPr lang="pt-BR" dirty="0"/>
            <a:t>⚠️ Sem </a:t>
          </a:r>
          <a:r>
            <a:rPr lang="pt-BR" dirty="0" err="1"/>
            <a:t>retries</a:t>
          </a:r>
          <a:r>
            <a:rPr lang="pt-BR" dirty="0"/>
            <a:t> no Kafka, se a lambda não lidar com o erro, a mensagem pode se perder</a:t>
          </a:r>
        </a:p>
      </dgm:t>
    </dgm:pt>
    <dgm:pt modelId="{CEE7F8DE-D23A-46E8-92A2-901B7161B711}" type="parTrans" cxnId="{867D895D-41F6-4101-B011-BED4E82AE25A}">
      <dgm:prSet/>
      <dgm:spPr/>
      <dgm:t>
        <a:bodyPr/>
        <a:lstStyle/>
        <a:p>
          <a:endParaRPr lang="pt-BR"/>
        </a:p>
      </dgm:t>
    </dgm:pt>
    <dgm:pt modelId="{6242273B-81B3-4CE9-BCDC-BBEEEACD2AD6}" type="sibTrans" cxnId="{867D895D-41F6-4101-B011-BED4E82AE25A}">
      <dgm:prSet/>
      <dgm:spPr/>
      <dgm:t>
        <a:bodyPr/>
        <a:lstStyle/>
        <a:p>
          <a:endParaRPr lang="pt-BR"/>
        </a:p>
      </dgm:t>
    </dgm:pt>
    <dgm:pt modelId="{A38F5D94-1254-425B-94EC-FA71B615A81F}">
      <dgm:prSet phldrT="[Texto]"/>
      <dgm:spPr/>
      <dgm:t>
        <a:bodyPr/>
        <a:lstStyle/>
        <a:p>
          <a:pPr>
            <a:buNone/>
          </a:pPr>
          <a:endParaRPr lang="pt-BR" dirty="0"/>
        </a:p>
      </dgm:t>
    </dgm:pt>
    <dgm:pt modelId="{EBBE2C4D-38E2-4287-BF64-6C3406EB35E9}" type="parTrans" cxnId="{883B285F-F286-4841-80CD-5CDF19C1AAE4}">
      <dgm:prSet/>
      <dgm:spPr/>
      <dgm:t>
        <a:bodyPr/>
        <a:lstStyle/>
        <a:p>
          <a:endParaRPr lang="pt-BR"/>
        </a:p>
      </dgm:t>
    </dgm:pt>
    <dgm:pt modelId="{83700175-E5CC-47D1-A5C0-1783D4927E57}" type="sibTrans" cxnId="{883B285F-F286-4841-80CD-5CDF19C1AAE4}">
      <dgm:prSet/>
      <dgm:spPr/>
      <dgm:t>
        <a:bodyPr/>
        <a:lstStyle/>
        <a:p>
          <a:endParaRPr lang="pt-BR"/>
        </a:p>
      </dgm:t>
    </dgm:pt>
    <dgm:pt modelId="{D30769CF-E793-4EA4-87EE-3B000F246005}">
      <dgm:prSet phldrT="[Texto]"/>
      <dgm:spPr/>
      <dgm:t>
        <a:bodyPr/>
        <a:lstStyle/>
        <a:p>
          <a:pPr>
            <a:buNone/>
          </a:pPr>
          <a:r>
            <a:rPr lang="pt-BR" dirty="0"/>
            <a:t>✅ Menor latência e maior </a:t>
          </a:r>
          <a:r>
            <a:rPr lang="pt-BR" dirty="0" err="1"/>
            <a:t>throughput</a:t>
          </a:r>
          <a:endParaRPr lang="pt-BR" dirty="0"/>
        </a:p>
      </dgm:t>
    </dgm:pt>
    <dgm:pt modelId="{1E832D3D-9FAC-4D5E-A034-458505FFE784}" type="parTrans" cxnId="{ECAA33C4-D766-43DA-A169-E0951087783B}">
      <dgm:prSet/>
      <dgm:spPr/>
      <dgm:t>
        <a:bodyPr/>
        <a:lstStyle/>
        <a:p>
          <a:endParaRPr lang="pt-BR"/>
        </a:p>
      </dgm:t>
    </dgm:pt>
    <dgm:pt modelId="{C7FCF55B-B964-45F8-9F04-769694A433DA}" type="sibTrans" cxnId="{ECAA33C4-D766-43DA-A169-E0951087783B}">
      <dgm:prSet/>
      <dgm:spPr/>
      <dgm:t>
        <a:bodyPr/>
        <a:lstStyle/>
        <a:p>
          <a:endParaRPr lang="pt-BR"/>
        </a:p>
      </dgm:t>
    </dgm:pt>
    <dgm:pt modelId="{8D75C29D-567D-421C-AB70-BA0BC7C13A34}" type="pres">
      <dgm:prSet presAssocID="{B277E5A2-AB87-4D8A-BF2F-D8258E51339E}" presName="Name0" presStyleCnt="0">
        <dgm:presLayoutVars>
          <dgm:dir/>
          <dgm:animLvl val="lvl"/>
          <dgm:resizeHandles val="exact"/>
        </dgm:presLayoutVars>
      </dgm:prSet>
      <dgm:spPr/>
    </dgm:pt>
    <dgm:pt modelId="{18155760-30E2-490D-9522-328B4180A52B}" type="pres">
      <dgm:prSet presAssocID="{E5AC89A0-FBE6-40ED-B59B-0C85A36658B2}" presName="composite" presStyleCnt="0"/>
      <dgm:spPr/>
    </dgm:pt>
    <dgm:pt modelId="{BA209737-5934-4A10-8262-B675DDA18B90}" type="pres">
      <dgm:prSet presAssocID="{E5AC89A0-FBE6-40ED-B59B-0C85A36658B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80A1202-A5CD-4C88-835F-A399182278BF}" type="pres">
      <dgm:prSet presAssocID="{E5AC89A0-FBE6-40ED-B59B-0C85A36658B2}" presName="desTx" presStyleLbl="alignAccFollowNode1" presStyleIdx="0" presStyleCnt="2">
        <dgm:presLayoutVars>
          <dgm:bulletEnabled val="1"/>
        </dgm:presLayoutVars>
      </dgm:prSet>
      <dgm:spPr/>
    </dgm:pt>
    <dgm:pt modelId="{BB206151-476E-43A1-AEF1-0A1E38BAEEE9}" type="pres">
      <dgm:prSet presAssocID="{3DE02B19-D1FA-456E-B2DD-6EE5B24BE23A}" presName="space" presStyleCnt="0"/>
      <dgm:spPr/>
    </dgm:pt>
    <dgm:pt modelId="{FF071E93-9999-4A81-95C9-B3671CA78E41}" type="pres">
      <dgm:prSet presAssocID="{3B25F8D2-9446-4347-93C8-084C45E1ABFD}" presName="composite" presStyleCnt="0"/>
      <dgm:spPr/>
    </dgm:pt>
    <dgm:pt modelId="{2F10CEAC-804B-498F-9B34-5AD766143B00}" type="pres">
      <dgm:prSet presAssocID="{3B25F8D2-9446-4347-93C8-084C45E1ABF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636FAAC-238F-42FA-BEBE-152C9B4AE3A7}" type="pres">
      <dgm:prSet presAssocID="{3B25F8D2-9446-4347-93C8-084C45E1ABF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70B9DB20-8FF3-44B3-AEAF-CFC36131DB35}" type="presOf" srcId="{3B25F8D2-9446-4347-93C8-084C45E1ABFD}" destId="{2F10CEAC-804B-498F-9B34-5AD766143B00}" srcOrd="0" destOrd="0" presId="urn:microsoft.com/office/officeart/2005/8/layout/hList1"/>
    <dgm:cxn modelId="{E1CA062C-7080-4507-818F-0F1F9EB07A04}" srcId="{E5AC89A0-FBE6-40ED-B59B-0C85A36658B2}" destId="{DF0BAE3F-1ED0-4A0C-BA31-1A5BC91A6D5F}" srcOrd="3" destOrd="0" parTransId="{94E2713D-8D2F-46E3-9CCF-58F5A5161BA5}" sibTransId="{4DCABBB3-B44F-4755-87AE-812E5EAEB17A}"/>
    <dgm:cxn modelId="{84CDBF2C-2EF9-4E01-9289-FC31A7F4C153}" type="presOf" srcId="{E5AC89A0-FBE6-40ED-B59B-0C85A36658B2}" destId="{BA209737-5934-4A10-8262-B675DDA18B90}" srcOrd="0" destOrd="0" presId="urn:microsoft.com/office/officeart/2005/8/layout/hList1"/>
    <dgm:cxn modelId="{867D895D-41F6-4101-B011-BED4E82AE25A}" srcId="{3B25F8D2-9446-4347-93C8-084C45E1ABFD}" destId="{397DE1CB-3060-4B69-9E43-FE3EB28DFBFF}" srcOrd="3" destOrd="0" parTransId="{CEE7F8DE-D23A-46E8-92A2-901B7161B711}" sibTransId="{6242273B-81B3-4CE9-BCDC-BBEEEACD2AD6}"/>
    <dgm:cxn modelId="{0B4DAE5E-F85B-4159-B1B8-1C427718BD94}" type="presOf" srcId="{F4682019-F56B-4CDB-941F-37E8B79310AB}" destId="{7636FAAC-238F-42FA-BEBE-152C9B4AE3A7}" srcOrd="0" destOrd="0" presId="urn:microsoft.com/office/officeart/2005/8/layout/hList1"/>
    <dgm:cxn modelId="{883B285F-F286-4841-80CD-5CDF19C1AAE4}" srcId="{3B25F8D2-9446-4347-93C8-084C45E1ABFD}" destId="{A38F5D94-1254-425B-94EC-FA71B615A81F}" srcOrd="2" destOrd="0" parTransId="{EBBE2C4D-38E2-4287-BF64-6C3406EB35E9}" sibTransId="{83700175-E5CC-47D1-A5C0-1783D4927E57}"/>
    <dgm:cxn modelId="{2288E343-0626-482D-8E37-3C6FE269800B}" type="presOf" srcId="{A38F5D94-1254-425B-94EC-FA71B615A81F}" destId="{7636FAAC-238F-42FA-BEBE-152C9B4AE3A7}" srcOrd="0" destOrd="2" presId="urn:microsoft.com/office/officeart/2005/8/layout/hList1"/>
    <dgm:cxn modelId="{A726C964-AD81-48DD-B4A9-AA94A9C205A6}" type="presOf" srcId="{07540A08-FC8A-454C-A088-60E9BDFC2633}" destId="{D80A1202-A5CD-4C88-835F-A399182278BF}" srcOrd="0" destOrd="2" presId="urn:microsoft.com/office/officeart/2005/8/layout/hList1"/>
    <dgm:cxn modelId="{4008B46C-BE30-4C4B-96A5-482104A339C2}" srcId="{B277E5A2-AB87-4D8A-BF2F-D8258E51339E}" destId="{E5AC89A0-FBE6-40ED-B59B-0C85A36658B2}" srcOrd="0" destOrd="0" parTransId="{4C923EE4-463D-4CB0-B0E5-FF5D28E926BC}" sibTransId="{3DE02B19-D1FA-456E-B2DD-6EE5B24BE23A}"/>
    <dgm:cxn modelId="{01641E7D-DF9B-4DEA-8CF3-B96DC165B880}" type="presOf" srcId="{DF0BAE3F-1ED0-4A0C-BA31-1A5BC91A6D5F}" destId="{D80A1202-A5CD-4C88-835F-A399182278BF}" srcOrd="0" destOrd="3" presId="urn:microsoft.com/office/officeart/2005/8/layout/hList1"/>
    <dgm:cxn modelId="{1D062482-6781-4159-9B54-DE3EE69FFA67}" type="presOf" srcId="{397DE1CB-3060-4B69-9E43-FE3EB28DFBFF}" destId="{7636FAAC-238F-42FA-BEBE-152C9B4AE3A7}" srcOrd="0" destOrd="3" presId="urn:microsoft.com/office/officeart/2005/8/layout/hList1"/>
    <dgm:cxn modelId="{2900CAAB-D2CE-4C54-9763-FB639CAA1E57}" srcId="{E5AC89A0-FBE6-40ED-B59B-0C85A36658B2}" destId="{07540A08-FC8A-454C-A088-60E9BDFC2633}" srcOrd="2" destOrd="0" parTransId="{C410BC51-B032-4EE3-9BE4-08646F1455B7}" sibTransId="{FEE34482-3449-497B-8175-A4EA35BA1C3F}"/>
    <dgm:cxn modelId="{08A761BC-812A-4B9F-A800-09FF3D706503}" type="presOf" srcId="{D30769CF-E793-4EA4-87EE-3B000F246005}" destId="{7636FAAC-238F-42FA-BEBE-152C9B4AE3A7}" srcOrd="0" destOrd="1" presId="urn:microsoft.com/office/officeart/2005/8/layout/hList1"/>
    <dgm:cxn modelId="{05F42CC0-3156-4032-AE80-EF9FE39CDB93}" type="presOf" srcId="{C3D9A41B-64F5-48BC-BC93-7EAFBB57760E}" destId="{D80A1202-A5CD-4C88-835F-A399182278BF}" srcOrd="0" destOrd="1" presId="urn:microsoft.com/office/officeart/2005/8/layout/hList1"/>
    <dgm:cxn modelId="{ECAA33C4-D766-43DA-A169-E0951087783B}" srcId="{3B25F8D2-9446-4347-93C8-084C45E1ABFD}" destId="{D30769CF-E793-4EA4-87EE-3B000F246005}" srcOrd="1" destOrd="0" parTransId="{1E832D3D-9FAC-4D5E-A034-458505FFE784}" sibTransId="{C7FCF55B-B964-45F8-9F04-769694A433DA}"/>
    <dgm:cxn modelId="{4E17D4C7-DCC7-4D92-AC0A-7CF5B15FFEE1}" srcId="{3B25F8D2-9446-4347-93C8-084C45E1ABFD}" destId="{F4682019-F56B-4CDB-941F-37E8B79310AB}" srcOrd="0" destOrd="0" parTransId="{5AA4175C-7D3A-45B9-806B-5DD910C49F18}" sibTransId="{A6C7159B-7277-44D9-92D1-469F9BA5ED4D}"/>
    <dgm:cxn modelId="{4150ACCE-5103-4DA1-B4B7-D3C1E6F8E57E}" type="presOf" srcId="{B277E5A2-AB87-4D8A-BF2F-D8258E51339E}" destId="{8D75C29D-567D-421C-AB70-BA0BC7C13A34}" srcOrd="0" destOrd="0" presId="urn:microsoft.com/office/officeart/2005/8/layout/hList1"/>
    <dgm:cxn modelId="{7F0694D4-DD4B-42F1-82C2-BF0E6E19F5E5}" srcId="{B277E5A2-AB87-4D8A-BF2F-D8258E51339E}" destId="{3B25F8D2-9446-4347-93C8-084C45E1ABFD}" srcOrd="1" destOrd="0" parTransId="{F5A3C502-E28F-4783-89F1-5BCADFEB7E00}" sibTransId="{D4C48B7F-76D6-4B52-8E28-DEE89D1B06C6}"/>
    <dgm:cxn modelId="{8CCF45D7-E413-4B02-A0F1-D4B21E989B4B}" type="presOf" srcId="{7A064477-B096-43E4-8F9B-4068C33D89C3}" destId="{D80A1202-A5CD-4C88-835F-A399182278BF}" srcOrd="0" destOrd="0" presId="urn:microsoft.com/office/officeart/2005/8/layout/hList1"/>
    <dgm:cxn modelId="{FD4F2DE3-588A-49DA-B330-FC3A424CFED5}" srcId="{E5AC89A0-FBE6-40ED-B59B-0C85A36658B2}" destId="{C3D9A41B-64F5-48BC-BC93-7EAFBB57760E}" srcOrd="1" destOrd="0" parTransId="{2AFEDF2B-6583-49A1-A4FA-C15149FE1D2B}" sibTransId="{3D928EDD-69A1-45B8-BB8B-3294AEEB8C3E}"/>
    <dgm:cxn modelId="{DC3D82FA-D097-4ED6-BFF4-32BA2F8706F3}" srcId="{E5AC89A0-FBE6-40ED-B59B-0C85A36658B2}" destId="{7A064477-B096-43E4-8F9B-4068C33D89C3}" srcOrd="0" destOrd="0" parTransId="{C69FBC07-D46D-4D89-9EA4-A8B22DFBDACC}" sibTransId="{6D530FE3-655B-4C05-A5EF-BFB1958BC032}"/>
    <dgm:cxn modelId="{03CF618E-FB6D-4901-85F1-9F2826F56C65}" type="presParOf" srcId="{8D75C29D-567D-421C-AB70-BA0BC7C13A34}" destId="{18155760-30E2-490D-9522-328B4180A52B}" srcOrd="0" destOrd="0" presId="urn:microsoft.com/office/officeart/2005/8/layout/hList1"/>
    <dgm:cxn modelId="{C00C27D6-D675-4F84-BFED-3B1BCF9F8ADB}" type="presParOf" srcId="{18155760-30E2-490D-9522-328B4180A52B}" destId="{BA209737-5934-4A10-8262-B675DDA18B90}" srcOrd="0" destOrd="0" presId="urn:microsoft.com/office/officeart/2005/8/layout/hList1"/>
    <dgm:cxn modelId="{4CD7EB7F-A5C7-4EB9-AEA9-05D9B87E2ADD}" type="presParOf" srcId="{18155760-30E2-490D-9522-328B4180A52B}" destId="{D80A1202-A5CD-4C88-835F-A399182278BF}" srcOrd="1" destOrd="0" presId="urn:microsoft.com/office/officeart/2005/8/layout/hList1"/>
    <dgm:cxn modelId="{64021ADD-0935-4AEE-B94A-DDEDBDAFDF6E}" type="presParOf" srcId="{8D75C29D-567D-421C-AB70-BA0BC7C13A34}" destId="{BB206151-476E-43A1-AEF1-0A1E38BAEEE9}" srcOrd="1" destOrd="0" presId="urn:microsoft.com/office/officeart/2005/8/layout/hList1"/>
    <dgm:cxn modelId="{F0B2F5AA-CA16-4FA0-843A-98EEBCDB6E7B}" type="presParOf" srcId="{8D75C29D-567D-421C-AB70-BA0BC7C13A34}" destId="{FF071E93-9999-4A81-95C9-B3671CA78E41}" srcOrd="2" destOrd="0" presId="urn:microsoft.com/office/officeart/2005/8/layout/hList1"/>
    <dgm:cxn modelId="{330C82EC-E891-4025-AA36-08A1F5C8988B}" type="presParOf" srcId="{FF071E93-9999-4A81-95C9-B3671CA78E41}" destId="{2F10CEAC-804B-498F-9B34-5AD766143B00}" srcOrd="0" destOrd="0" presId="urn:microsoft.com/office/officeart/2005/8/layout/hList1"/>
    <dgm:cxn modelId="{CC149956-7686-480B-B2EB-4D2C7150C3CF}" type="presParOf" srcId="{FF071E93-9999-4A81-95C9-B3671CA78E41}" destId="{7636FAAC-238F-42FA-BEBE-152C9B4AE3A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277E5A2-AB87-4D8A-BF2F-D8258E51339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5AC89A0-FBE6-40ED-B59B-0C85A36658B2}">
      <dgm:prSet phldrT="[Texto]"/>
      <dgm:spPr/>
      <dgm:t>
        <a:bodyPr/>
        <a:lstStyle/>
        <a:p>
          <a:r>
            <a:rPr lang="pt-BR" dirty="0"/>
            <a:t>Método de invocação </a:t>
          </a:r>
          <a:r>
            <a:rPr lang="pt-BR" b="1" dirty="0"/>
            <a:t>SYNC</a:t>
          </a:r>
        </a:p>
      </dgm:t>
    </dgm:pt>
    <dgm:pt modelId="{4C923EE4-463D-4CB0-B0E5-FF5D28E926BC}" type="parTrans" cxnId="{4008B46C-BE30-4C4B-96A5-482104A339C2}">
      <dgm:prSet/>
      <dgm:spPr/>
      <dgm:t>
        <a:bodyPr/>
        <a:lstStyle/>
        <a:p>
          <a:endParaRPr lang="pt-BR"/>
        </a:p>
      </dgm:t>
    </dgm:pt>
    <dgm:pt modelId="{3DE02B19-D1FA-456E-B2DD-6EE5B24BE23A}" type="sibTrans" cxnId="{4008B46C-BE30-4C4B-96A5-482104A339C2}">
      <dgm:prSet/>
      <dgm:spPr/>
      <dgm:t>
        <a:bodyPr/>
        <a:lstStyle/>
        <a:p>
          <a:endParaRPr lang="pt-BR"/>
        </a:p>
      </dgm:t>
    </dgm:pt>
    <dgm:pt modelId="{7A064477-B096-43E4-8F9B-4068C33D89C3}">
      <dgm:prSet phldrT="[Texto]"/>
      <dgm:spPr/>
      <dgm:t>
        <a:bodyPr/>
        <a:lstStyle/>
        <a:p>
          <a:pPr>
            <a:buNone/>
          </a:pPr>
          <a:r>
            <a:rPr lang="pt-BR" dirty="0"/>
            <a:t>Tamanho máximo de mensagens em um mesmo lote é de </a:t>
          </a:r>
          <a:r>
            <a:rPr lang="pt-BR" b="1" dirty="0">
              <a:highlight>
                <a:srgbClr val="FFFF00"/>
              </a:highlight>
            </a:rPr>
            <a:t>6 MB</a:t>
          </a:r>
        </a:p>
      </dgm:t>
    </dgm:pt>
    <dgm:pt modelId="{C69FBC07-D46D-4D89-9EA4-A8B22DFBDACC}" type="parTrans" cxnId="{DC3D82FA-D097-4ED6-BFF4-32BA2F8706F3}">
      <dgm:prSet/>
      <dgm:spPr/>
      <dgm:t>
        <a:bodyPr/>
        <a:lstStyle/>
        <a:p>
          <a:endParaRPr lang="pt-BR"/>
        </a:p>
      </dgm:t>
    </dgm:pt>
    <dgm:pt modelId="{6D530FE3-655B-4C05-A5EF-BFB1958BC032}" type="sibTrans" cxnId="{DC3D82FA-D097-4ED6-BFF4-32BA2F8706F3}">
      <dgm:prSet/>
      <dgm:spPr/>
      <dgm:t>
        <a:bodyPr/>
        <a:lstStyle/>
        <a:p>
          <a:endParaRPr lang="pt-BR"/>
        </a:p>
      </dgm:t>
    </dgm:pt>
    <dgm:pt modelId="{3B25F8D2-9446-4347-93C8-084C45E1ABFD}">
      <dgm:prSet phldrT="[Texto]"/>
      <dgm:spPr/>
      <dgm:t>
        <a:bodyPr/>
        <a:lstStyle/>
        <a:p>
          <a:r>
            <a:rPr lang="pt-BR" dirty="0"/>
            <a:t>Método de invocação A</a:t>
          </a:r>
          <a:r>
            <a:rPr lang="pt-BR" b="1" dirty="0"/>
            <a:t>SYNC</a:t>
          </a:r>
          <a:endParaRPr lang="pt-BR" dirty="0"/>
        </a:p>
      </dgm:t>
    </dgm:pt>
    <dgm:pt modelId="{F5A3C502-E28F-4783-89F1-5BCADFEB7E00}" type="parTrans" cxnId="{7F0694D4-DD4B-42F1-82C2-BF0E6E19F5E5}">
      <dgm:prSet/>
      <dgm:spPr/>
      <dgm:t>
        <a:bodyPr/>
        <a:lstStyle/>
        <a:p>
          <a:endParaRPr lang="pt-BR"/>
        </a:p>
      </dgm:t>
    </dgm:pt>
    <dgm:pt modelId="{D4C48B7F-76D6-4B52-8E28-DEE89D1B06C6}" type="sibTrans" cxnId="{7F0694D4-DD4B-42F1-82C2-BF0E6E19F5E5}">
      <dgm:prSet/>
      <dgm:spPr/>
      <dgm:t>
        <a:bodyPr/>
        <a:lstStyle/>
        <a:p>
          <a:endParaRPr lang="pt-BR"/>
        </a:p>
      </dgm:t>
    </dgm:pt>
    <dgm:pt modelId="{F4682019-F56B-4CDB-941F-37E8B79310AB}">
      <dgm:prSet phldrT="[Texto]"/>
      <dgm:spPr/>
      <dgm:t>
        <a:bodyPr/>
        <a:lstStyle/>
        <a:p>
          <a:pPr>
            <a:buNone/>
          </a:pPr>
          <a:r>
            <a:rPr lang="pt-BR" dirty="0"/>
            <a:t>Tamanho máximo de mensagens em um mesmo lote é de </a:t>
          </a:r>
          <a:r>
            <a:rPr lang="pt-BR" b="1" dirty="0">
              <a:highlight>
                <a:srgbClr val="FFFF00"/>
              </a:highlight>
            </a:rPr>
            <a:t>256 KB</a:t>
          </a:r>
        </a:p>
      </dgm:t>
    </dgm:pt>
    <dgm:pt modelId="{5AA4175C-7D3A-45B9-806B-5DD910C49F18}" type="parTrans" cxnId="{4E17D4C7-DCC7-4D92-AC0A-7CF5B15FFEE1}">
      <dgm:prSet/>
      <dgm:spPr/>
      <dgm:t>
        <a:bodyPr/>
        <a:lstStyle/>
        <a:p>
          <a:endParaRPr lang="pt-BR"/>
        </a:p>
      </dgm:t>
    </dgm:pt>
    <dgm:pt modelId="{A6C7159B-7277-44D9-92D1-469F9BA5ED4D}" type="sibTrans" cxnId="{4E17D4C7-DCC7-4D92-AC0A-7CF5B15FFEE1}">
      <dgm:prSet/>
      <dgm:spPr/>
      <dgm:t>
        <a:bodyPr/>
        <a:lstStyle/>
        <a:p>
          <a:endParaRPr lang="pt-BR"/>
        </a:p>
      </dgm:t>
    </dgm:pt>
    <dgm:pt modelId="{EC96D321-AA05-4523-B9FB-94A306A7A1B0}">
      <dgm:prSet phldrT="[Texto]"/>
      <dgm:spPr/>
      <dgm:t>
        <a:bodyPr/>
        <a:lstStyle/>
        <a:p>
          <a:pPr>
            <a:buNone/>
          </a:pPr>
          <a:endParaRPr lang="pt-BR" dirty="0"/>
        </a:p>
      </dgm:t>
    </dgm:pt>
    <dgm:pt modelId="{388892AF-D3C1-4968-A2DF-D448F3026D32}" type="parTrans" cxnId="{A65F82BA-D3FD-4845-B153-D58C9E096C37}">
      <dgm:prSet/>
      <dgm:spPr/>
    </dgm:pt>
    <dgm:pt modelId="{119D588E-A4C9-4E86-B5B1-AE31984D80DB}" type="sibTrans" cxnId="{A65F82BA-D3FD-4845-B153-D58C9E096C37}">
      <dgm:prSet/>
      <dgm:spPr/>
    </dgm:pt>
    <dgm:pt modelId="{16824BE7-A215-47D3-938F-31F1DCBA6D92}">
      <dgm:prSet phldrT="[Texto]"/>
      <dgm:spPr/>
      <dgm:t>
        <a:bodyPr/>
        <a:lstStyle/>
        <a:p>
          <a:pPr>
            <a:buNone/>
          </a:pPr>
          <a:endParaRPr lang="pt-BR" dirty="0"/>
        </a:p>
      </dgm:t>
    </dgm:pt>
    <dgm:pt modelId="{A916494D-D0D5-492D-8419-A86662589E54}" type="parTrans" cxnId="{2BEC53AB-CA2C-490C-BE5E-079FBBF0185E}">
      <dgm:prSet/>
      <dgm:spPr/>
    </dgm:pt>
    <dgm:pt modelId="{01D10500-0D04-4314-A281-B92CDFB2B991}" type="sibTrans" cxnId="{2BEC53AB-CA2C-490C-BE5E-079FBBF0185E}">
      <dgm:prSet/>
      <dgm:spPr/>
    </dgm:pt>
    <dgm:pt modelId="{05147A58-29FE-4C0E-9C62-BAF3B47104DF}">
      <dgm:prSet phldrT="[Texto]"/>
      <dgm:spPr/>
      <dgm:t>
        <a:bodyPr/>
        <a:lstStyle/>
        <a:p>
          <a:pPr>
            <a:buNone/>
          </a:pPr>
          <a:endParaRPr lang="pt-BR" dirty="0"/>
        </a:p>
      </dgm:t>
    </dgm:pt>
    <dgm:pt modelId="{7F2D334E-273C-4B5B-8B74-F610BE468D0C}" type="parTrans" cxnId="{E4E9BD23-2D58-4041-9091-61F6AAED991D}">
      <dgm:prSet/>
      <dgm:spPr/>
    </dgm:pt>
    <dgm:pt modelId="{136F15FA-9C90-4314-AADE-7721DA2A61B8}" type="sibTrans" cxnId="{E4E9BD23-2D58-4041-9091-61F6AAED991D}">
      <dgm:prSet/>
      <dgm:spPr/>
    </dgm:pt>
    <dgm:pt modelId="{8D75C29D-567D-421C-AB70-BA0BC7C13A34}" type="pres">
      <dgm:prSet presAssocID="{B277E5A2-AB87-4D8A-BF2F-D8258E51339E}" presName="Name0" presStyleCnt="0">
        <dgm:presLayoutVars>
          <dgm:dir/>
          <dgm:animLvl val="lvl"/>
          <dgm:resizeHandles val="exact"/>
        </dgm:presLayoutVars>
      </dgm:prSet>
      <dgm:spPr/>
    </dgm:pt>
    <dgm:pt modelId="{18155760-30E2-490D-9522-328B4180A52B}" type="pres">
      <dgm:prSet presAssocID="{E5AC89A0-FBE6-40ED-B59B-0C85A36658B2}" presName="composite" presStyleCnt="0"/>
      <dgm:spPr/>
    </dgm:pt>
    <dgm:pt modelId="{BA209737-5934-4A10-8262-B675DDA18B90}" type="pres">
      <dgm:prSet presAssocID="{E5AC89A0-FBE6-40ED-B59B-0C85A36658B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80A1202-A5CD-4C88-835F-A399182278BF}" type="pres">
      <dgm:prSet presAssocID="{E5AC89A0-FBE6-40ED-B59B-0C85A36658B2}" presName="desTx" presStyleLbl="alignAccFollowNode1" presStyleIdx="0" presStyleCnt="2">
        <dgm:presLayoutVars>
          <dgm:bulletEnabled val="1"/>
        </dgm:presLayoutVars>
      </dgm:prSet>
      <dgm:spPr/>
    </dgm:pt>
    <dgm:pt modelId="{BB206151-476E-43A1-AEF1-0A1E38BAEEE9}" type="pres">
      <dgm:prSet presAssocID="{3DE02B19-D1FA-456E-B2DD-6EE5B24BE23A}" presName="space" presStyleCnt="0"/>
      <dgm:spPr/>
    </dgm:pt>
    <dgm:pt modelId="{FF071E93-9999-4A81-95C9-B3671CA78E41}" type="pres">
      <dgm:prSet presAssocID="{3B25F8D2-9446-4347-93C8-084C45E1ABFD}" presName="composite" presStyleCnt="0"/>
      <dgm:spPr/>
    </dgm:pt>
    <dgm:pt modelId="{2F10CEAC-804B-498F-9B34-5AD766143B00}" type="pres">
      <dgm:prSet presAssocID="{3B25F8D2-9446-4347-93C8-084C45E1ABF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636FAAC-238F-42FA-BEBE-152C9B4AE3A7}" type="pres">
      <dgm:prSet presAssocID="{3B25F8D2-9446-4347-93C8-084C45E1ABF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70B9DB20-8FF3-44B3-AEAF-CFC36131DB35}" type="presOf" srcId="{3B25F8D2-9446-4347-93C8-084C45E1ABFD}" destId="{2F10CEAC-804B-498F-9B34-5AD766143B00}" srcOrd="0" destOrd="0" presId="urn:microsoft.com/office/officeart/2005/8/layout/hList1"/>
    <dgm:cxn modelId="{E4E9BD23-2D58-4041-9091-61F6AAED991D}" srcId="{3B25F8D2-9446-4347-93C8-084C45E1ABFD}" destId="{05147A58-29FE-4C0E-9C62-BAF3B47104DF}" srcOrd="0" destOrd="0" parTransId="{7F2D334E-273C-4B5B-8B74-F610BE468D0C}" sibTransId="{136F15FA-9C90-4314-AADE-7721DA2A61B8}"/>
    <dgm:cxn modelId="{84CDBF2C-2EF9-4E01-9289-FC31A7F4C153}" type="presOf" srcId="{E5AC89A0-FBE6-40ED-B59B-0C85A36658B2}" destId="{BA209737-5934-4A10-8262-B675DDA18B90}" srcOrd="0" destOrd="0" presId="urn:microsoft.com/office/officeart/2005/8/layout/hList1"/>
    <dgm:cxn modelId="{0B4DAE5E-F85B-4159-B1B8-1C427718BD94}" type="presOf" srcId="{F4682019-F56B-4CDB-941F-37E8B79310AB}" destId="{7636FAAC-238F-42FA-BEBE-152C9B4AE3A7}" srcOrd="0" destOrd="1" presId="urn:microsoft.com/office/officeart/2005/8/layout/hList1"/>
    <dgm:cxn modelId="{BD950741-2F9A-4425-9202-505FFD500AB7}" type="presOf" srcId="{EC96D321-AA05-4523-B9FB-94A306A7A1B0}" destId="{D80A1202-A5CD-4C88-835F-A399182278BF}" srcOrd="0" destOrd="2" presId="urn:microsoft.com/office/officeart/2005/8/layout/hList1"/>
    <dgm:cxn modelId="{4008B46C-BE30-4C4B-96A5-482104A339C2}" srcId="{B277E5A2-AB87-4D8A-BF2F-D8258E51339E}" destId="{E5AC89A0-FBE6-40ED-B59B-0C85A36658B2}" srcOrd="0" destOrd="0" parTransId="{4C923EE4-463D-4CB0-B0E5-FF5D28E926BC}" sibTransId="{3DE02B19-D1FA-456E-B2DD-6EE5B24BE23A}"/>
    <dgm:cxn modelId="{82050CA8-2AAB-46DE-803B-EDA7179F7D80}" type="presOf" srcId="{16824BE7-A215-47D3-938F-31F1DCBA6D92}" destId="{D80A1202-A5CD-4C88-835F-A399182278BF}" srcOrd="0" destOrd="0" presId="urn:microsoft.com/office/officeart/2005/8/layout/hList1"/>
    <dgm:cxn modelId="{2BEC53AB-CA2C-490C-BE5E-079FBBF0185E}" srcId="{E5AC89A0-FBE6-40ED-B59B-0C85A36658B2}" destId="{16824BE7-A215-47D3-938F-31F1DCBA6D92}" srcOrd="0" destOrd="0" parTransId="{A916494D-D0D5-492D-8419-A86662589E54}" sibTransId="{01D10500-0D04-4314-A281-B92CDFB2B991}"/>
    <dgm:cxn modelId="{A65F82BA-D3FD-4845-B153-D58C9E096C37}" srcId="{E5AC89A0-FBE6-40ED-B59B-0C85A36658B2}" destId="{EC96D321-AA05-4523-B9FB-94A306A7A1B0}" srcOrd="2" destOrd="0" parTransId="{388892AF-D3C1-4968-A2DF-D448F3026D32}" sibTransId="{119D588E-A4C9-4E86-B5B1-AE31984D80DB}"/>
    <dgm:cxn modelId="{4E17D4C7-DCC7-4D92-AC0A-7CF5B15FFEE1}" srcId="{3B25F8D2-9446-4347-93C8-084C45E1ABFD}" destId="{F4682019-F56B-4CDB-941F-37E8B79310AB}" srcOrd="1" destOrd="0" parTransId="{5AA4175C-7D3A-45B9-806B-5DD910C49F18}" sibTransId="{A6C7159B-7277-44D9-92D1-469F9BA5ED4D}"/>
    <dgm:cxn modelId="{4150ACCE-5103-4DA1-B4B7-D3C1E6F8E57E}" type="presOf" srcId="{B277E5A2-AB87-4D8A-BF2F-D8258E51339E}" destId="{8D75C29D-567D-421C-AB70-BA0BC7C13A34}" srcOrd="0" destOrd="0" presId="urn:microsoft.com/office/officeart/2005/8/layout/hList1"/>
    <dgm:cxn modelId="{7F0694D4-DD4B-42F1-82C2-BF0E6E19F5E5}" srcId="{B277E5A2-AB87-4D8A-BF2F-D8258E51339E}" destId="{3B25F8D2-9446-4347-93C8-084C45E1ABFD}" srcOrd="1" destOrd="0" parTransId="{F5A3C502-E28F-4783-89F1-5BCADFEB7E00}" sibTransId="{D4C48B7F-76D6-4B52-8E28-DEE89D1B06C6}"/>
    <dgm:cxn modelId="{8CCF45D7-E413-4B02-A0F1-D4B21E989B4B}" type="presOf" srcId="{7A064477-B096-43E4-8F9B-4068C33D89C3}" destId="{D80A1202-A5CD-4C88-835F-A399182278BF}" srcOrd="0" destOrd="1" presId="urn:microsoft.com/office/officeart/2005/8/layout/hList1"/>
    <dgm:cxn modelId="{8B39B7E8-4813-4005-B878-3882BA69D3B4}" type="presOf" srcId="{05147A58-29FE-4C0E-9C62-BAF3B47104DF}" destId="{7636FAAC-238F-42FA-BEBE-152C9B4AE3A7}" srcOrd="0" destOrd="0" presId="urn:microsoft.com/office/officeart/2005/8/layout/hList1"/>
    <dgm:cxn modelId="{DC3D82FA-D097-4ED6-BFF4-32BA2F8706F3}" srcId="{E5AC89A0-FBE6-40ED-B59B-0C85A36658B2}" destId="{7A064477-B096-43E4-8F9B-4068C33D89C3}" srcOrd="1" destOrd="0" parTransId="{C69FBC07-D46D-4D89-9EA4-A8B22DFBDACC}" sibTransId="{6D530FE3-655B-4C05-A5EF-BFB1958BC032}"/>
    <dgm:cxn modelId="{03CF618E-FB6D-4901-85F1-9F2826F56C65}" type="presParOf" srcId="{8D75C29D-567D-421C-AB70-BA0BC7C13A34}" destId="{18155760-30E2-490D-9522-328B4180A52B}" srcOrd="0" destOrd="0" presId="urn:microsoft.com/office/officeart/2005/8/layout/hList1"/>
    <dgm:cxn modelId="{C00C27D6-D675-4F84-BFED-3B1BCF9F8ADB}" type="presParOf" srcId="{18155760-30E2-490D-9522-328B4180A52B}" destId="{BA209737-5934-4A10-8262-B675DDA18B90}" srcOrd="0" destOrd="0" presId="urn:microsoft.com/office/officeart/2005/8/layout/hList1"/>
    <dgm:cxn modelId="{4CD7EB7F-A5C7-4EB9-AEA9-05D9B87E2ADD}" type="presParOf" srcId="{18155760-30E2-490D-9522-328B4180A52B}" destId="{D80A1202-A5CD-4C88-835F-A399182278BF}" srcOrd="1" destOrd="0" presId="urn:microsoft.com/office/officeart/2005/8/layout/hList1"/>
    <dgm:cxn modelId="{64021ADD-0935-4AEE-B94A-DDEDBDAFDF6E}" type="presParOf" srcId="{8D75C29D-567D-421C-AB70-BA0BC7C13A34}" destId="{BB206151-476E-43A1-AEF1-0A1E38BAEEE9}" srcOrd="1" destOrd="0" presId="urn:microsoft.com/office/officeart/2005/8/layout/hList1"/>
    <dgm:cxn modelId="{F0B2F5AA-CA16-4FA0-843A-98EEBCDB6E7B}" type="presParOf" srcId="{8D75C29D-567D-421C-AB70-BA0BC7C13A34}" destId="{FF071E93-9999-4A81-95C9-B3671CA78E41}" srcOrd="2" destOrd="0" presId="urn:microsoft.com/office/officeart/2005/8/layout/hList1"/>
    <dgm:cxn modelId="{330C82EC-E891-4025-AA36-08A1F5C8988B}" type="presParOf" srcId="{FF071E93-9999-4A81-95C9-B3671CA78E41}" destId="{2F10CEAC-804B-498F-9B34-5AD766143B00}" srcOrd="0" destOrd="0" presId="urn:microsoft.com/office/officeart/2005/8/layout/hList1"/>
    <dgm:cxn modelId="{CC149956-7686-480B-B2EB-4D2C7150C3CF}" type="presParOf" srcId="{FF071E93-9999-4A81-95C9-B3671CA78E41}" destId="{7636FAAC-238F-42FA-BEBE-152C9B4AE3A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277E5A2-AB87-4D8A-BF2F-D8258E51339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5AC89A0-FBE6-40ED-B59B-0C85A36658B2}">
      <dgm:prSet phldrT="[Texto]"/>
      <dgm:spPr/>
      <dgm:t>
        <a:bodyPr/>
        <a:lstStyle/>
        <a:p>
          <a:r>
            <a:rPr lang="pt-BR" dirty="0"/>
            <a:t>Método de invocação </a:t>
          </a:r>
          <a:r>
            <a:rPr lang="pt-BR" b="1" dirty="0"/>
            <a:t>SYNC</a:t>
          </a:r>
        </a:p>
      </dgm:t>
    </dgm:pt>
    <dgm:pt modelId="{4C923EE4-463D-4CB0-B0E5-FF5D28E926BC}" type="parTrans" cxnId="{4008B46C-BE30-4C4B-96A5-482104A339C2}">
      <dgm:prSet/>
      <dgm:spPr/>
      <dgm:t>
        <a:bodyPr/>
        <a:lstStyle/>
        <a:p>
          <a:endParaRPr lang="pt-BR"/>
        </a:p>
      </dgm:t>
    </dgm:pt>
    <dgm:pt modelId="{3DE02B19-D1FA-456E-B2DD-6EE5B24BE23A}" type="sibTrans" cxnId="{4008B46C-BE30-4C4B-96A5-482104A339C2}">
      <dgm:prSet/>
      <dgm:spPr/>
      <dgm:t>
        <a:bodyPr/>
        <a:lstStyle/>
        <a:p>
          <a:endParaRPr lang="pt-BR"/>
        </a:p>
      </dgm:t>
    </dgm:pt>
    <dgm:pt modelId="{3B25F8D2-9446-4347-93C8-084C45E1ABFD}">
      <dgm:prSet phldrT="[Texto]"/>
      <dgm:spPr/>
      <dgm:t>
        <a:bodyPr/>
        <a:lstStyle/>
        <a:p>
          <a:r>
            <a:rPr lang="pt-BR" dirty="0"/>
            <a:t>Método de invocação A</a:t>
          </a:r>
          <a:r>
            <a:rPr lang="pt-BR" b="1" dirty="0"/>
            <a:t>SYNC</a:t>
          </a:r>
          <a:endParaRPr lang="pt-BR" dirty="0"/>
        </a:p>
      </dgm:t>
    </dgm:pt>
    <dgm:pt modelId="{F5A3C502-E28F-4783-89F1-5BCADFEB7E00}" type="parTrans" cxnId="{7F0694D4-DD4B-42F1-82C2-BF0E6E19F5E5}">
      <dgm:prSet/>
      <dgm:spPr/>
      <dgm:t>
        <a:bodyPr/>
        <a:lstStyle/>
        <a:p>
          <a:endParaRPr lang="pt-BR"/>
        </a:p>
      </dgm:t>
    </dgm:pt>
    <dgm:pt modelId="{D4C48B7F-76D6-4B52-8E28-DEE89D1B06C6}" type="sibTrans" cxnId="{7F0694D4-DD4B-42F1-82C2-BF0E6E19F5E5}">
      <dgm:prSet/>
      <dgm:spPr/>
      <dgm:t>
        <a:bodyPr/>
        <a:lstStyle/>
        <a:p>
          <a:endParaRPr lang="pt-BR"/>
        </a:p>
      </dgm:t>
    </dgm:pt>
    <dgm:pt modelId="{16824BE7-A215-47D3-938F-31F1DCBA6D92}">
      <dgm:prSet phldrT="[Texto]"/>
      <dgm:spPr/>
      <dgm:t>
        <a:bodyPr/>
        <a:lstStyle/>
        <a:p>
          <a:pPr>
            <a:buNone/>
          </a:pPr>
          <a:r>
            <a:rPr lang="pt-BR" dirty="0"/>
            <a:t>STOP</a:t>
          </a:r>
        </a:p>
      </dgm:t>
    </dgm:pt>
    <dgm:pt modelId="{A916494D-D0D5-492D-8419-A86662589E54}" type="parTrans" cxnId="{2BEC53AB-CA2C-490C-BE5E-079FBBF0185E}">
      <dgm:prSet/>
      <dgm:spPr/>
      <dgm:t>
        <a:bodyPr/>
        <a:lstStyle/>
        <a:p>
          <a:endParaRPr lang="pt-BR"/>
        </a:p>
      </dgm:t>
    </dgm:pt>
    <dgm:pt modelId="{01D10500-0D04-4314-A281-B92CDFB2B991}" type="sibTrans" cxnId="{2BEC53AB-CA2C-490C-BE5E-079FBBF0185E}">
      <dgm:prSet/>
      <dgm:spPr/>
      <dgm:t>
        <a:bodyPr/>
        <a:lstStyle/>
        <a:p>
          <a:endParaRPr lang="pt-BR"/>
        </a:p>
      </dgm:t>
    </dgm:pt>
    <dgm:pt modelId="{05147A58-29FE-4C0E-9C62-BAF3B47104DF}">
      <dgm:prSet phldrT="[Texto]"/>
      <dgm:spPr/>
      <dgm:t>
        <a:bodyPr/>
        <a:lstStyle/>
        <a:p>
          <a:pPr>
            <a:buNone/>
          </a:pPr>
          <a:r>
            <a:rPr lang="pt-BR" dirty="0"/>
            <a:t>N/A</a:t>
          </a:r>
        </a:p>
      </dgm:t>
    </dgm:pt>
    <dgm:pt modelId="{7F2D334E-273C-4B5B-8B74-F610BE468D0C}" type="parTrans" cxnId="{E4E9BD23-2D58-4041-9091-61F6AAED991D}">
      <dgm:prSet/>
      <dgm:spPr/>
      <dgm:t>
        <a:bodyPr/>
        <a:lstStyle/>
        <a:p>
          <a:endParaRPr lang="pt-BR"/>
        </a:p>
      </dgm:t>
    </dgm:pt>
    <dgm:pt modelId="{136F15FA-9C90-4314-AADE-7721DA2A61B8}" type="sibTrans" cxnId="{E4E9BD23-2D58-4041-9091-61F6AAED991D}">
      <dgm:prSet/>
      <dgm:spPr/>
      <dgm:t>
        <a:bodyPr/>
        <a:lstStyle/>
        <a:p>
          <a:endParaRPr lang="pt-BR"/>
        </a:p>
      </dgm:t>
    </dgm:pt>
    <dgm:pt modelId="{644BD1FE-7FF9-4827-BA3B-BE7CDC0DD67A}">
      <dgm:prSet/>
      <dgm:spPr/>
      <dgm:t>
        <a:bodyPr/>
        <a:lstStyle/>
        <a:p>
          <a:pPr>
            <a:buNone/>
          </a:pPr>
          <a:r>
            <a:rPr lang="pt-BR" dirty="0" err="1"/>
            <a:t>Connector</a:t>
          </a:r>
          <a:r>
            <a:rPr lang="pt-BR" dirty="0"/>
            <a:t> para de processar as mensagens da partição até que a lambda execute com sucesso (não avança até o processamento ok)</a:t>
          </a:r>
        </a:p>
      </dgm:t>
    </dgm:pt>
    <dgm:pt modelId="{44CE3544-6C7E-410C-8581-6A0551F9212C}" type="parTrans" cxnId="{F7B3D010-5FDC-4AAE-8334-285CC94FDA11}">
      <dgm:prSet/>
      <dgm:spPr/>
      <dgm:t>
        <a:bodyPr/>
        <a:lstStyle/>
        <a:p>
          <a:endParaRPr lang="pt-BR"/>
        </a:p>
      </dgm:t>
    </dgm:pt>
    <dgm:pt modelId="{4B556827-A339-4BD5-974E-4F6DD8A72B06}" type="sibTrans" cxnId="{F7B3D010-5FDC-4AAE-8334-285CC94FDA11}">
      <dgm:prSet/>
      <dgm:spPr/>
      <dgm:t>
        <a:bodyPr/>
        <a:lstStyle/>
        <a:p>
          <a:endParaRPr lang="pt-BR"/>
        </a:p>
      </dgm:t>
    </dgm:pt>
    <dgm:pt modelId="{F6F60C3C-E247-43B9-B85A-9DB6E2DFAAD1}">
      <dgm:prSet/>
      <dgm:spPr/>
      <dgm:t>
        <a:bodyPr/>
        <a:lstStyle/>
        <a:p>
          <a:pPr>
            <a:buNone/>
          </a:pPr>
          <a:r>
            <a:rPr lang="pt-BR" dirty="0"/>
            <a:t>DROP</a:t>
          </a:r>
        </a:p>
      </dgm:t>
    </dgm:pt>
    <dgm:pt modelId="{F9B83973-F565-4DFF-8773-922421109208}" type="parTrans" cxnId="{1E75BFF7-5057-493B-A177-3DA650E1731D}">
      <dgm:prSet/>
      <dgm:spPr/>
      <dgm:t>
        <a:bodyPr/>
        <a:lstStyle/>
        <a:p>
          <a:endParaRPr lang="pt-BR"/>
        </a:p>
      </dgm:t>
    </dgm:pt>
    <dgm:pt modelId="{3F68DA24-6C62-4587-BDBB-4A5F532CC1A2}" type="sibTrans" cxnId="{1E75BFF7-5057-493B-A177-3DA650E1731D}">
      <dgm:prSet/>
      <dgm:spPr/>
      <dgm:t>
        <a:bodyPr/>
        <a:lstStyle/>
        <a:p>
          <a:endParaRPr lang="pt-BR"/>
        </a:p>
      </dgm:t>
    </dgm:pt>
    <dgm:pt modelId="{92D3FCCB-B7A3-4608-BB07-30C4DBB792FB}">
      <dgm:prSet/>
      <dgm:spPr/>
      <dgm:t>
        <a:bodyPr/>
        <a:lstStyle/>
        <a:p>
          <a:pPr>
            <a:buNone/>
          </a:pPr>
          <a:r>
            <a:rPr lang="pt-BR" dirty="0" err="1"/>
            <a:t>Connector</a:t>
          </a:r>
          <a:r>
            <a:rPr lang="pt-BR" dirty="0"/>
            <a:t> descarta as mensagens com erro e continua consumindo</a:t>
          </a:r>
        </a:p>
      </dgm:t>
    </dgm:pt>
    <dgm:pt modelId="{A42D6E85-AD29-4B75-BDBF-EC0A94B1915E}" type="parTrans" cxnId="{39C3C6B4-7066-4D35-92FB-21A06F431D81}">
      <dgm:prSet/>
      <dgm:spPr/>
      <dgm:t>
        <a:bodyPr/>
        <a:lstStyle/>
        <a:p>
          <a:endParaRPr lang="pt-BR"/>
        </a:p>
      </dgm:t>
    </dgm:pt>
    <dgm:pt modelId="{12CC11F2-B90C-4D80-8FAB-4BE88968012C}" type="sibTrans" cxnId="{39C3C6B4-7066-4D35-92FB-21A06F431D81}">
      <dgm:prSet/>
      <dgm:spPr/>
      <dgm:t>
        <a:bodyPr/>
        <a:lstStyle/>
        <a:p>
          <a:endParaRPr lang="pt-BR"/>
        </a:p>
      </dgm:t>
    </dgm:pt>
    <dgm:pt modelId="{E3DE2593-D245-4363-8460-AC0B60FD36FF}">
      <dgm:prSet/>
      <dgm:spPr/>
      <dgm:t>
        <a:bodyPr/>
        <a:lstStyle/>
        <a:p>
          <a:pPr>
            <a:buNone/>
          </a:pPr>
          <a:r>
            <a:rPr lang="pt-BR" dirty="0" err="1"/>
            <a:t>Connector</a:t>
          </a:r>
          <a:r>
            <a:rPr lang="pt-BR" dirty="0"/>
            <a:t> espera que a lambda seja responsável pelos </a:t>
          </a:r>
          <a:r>
            <a:rPr lang="pt-BR" dirty="0" err="1"/>
            <a:t>retries</a:t>
          </a:r>
          <a:r>
            <a:rPr lang="pt-BR" dirty="0"/>
            <a:t> e pela tratativa de erro</a:t>
          </a:r>
        </a:p>
      </dgm:t>
    </dgm:pt>
    <dgm:pt modelId="{2C697EA6-F8AE-48C2-9FCD-AE367112DBF7}" type="parTrans" cxnId="{3D18C975-2725-47BA-A92B-92DBB91670A7}">
      <dgm:prSet/>
      <dgm:spPr/>
      <dgm:t>
        <a:bodyPr/>
        <a:lstStyle/>
        <a:p>
          <a:endParaRPr lang="pt-BR"/>
        </a:p>
      </dgm:t>
    </dgm:pt>
    <dgm:pt modelId="{6100FC87-0A0C-49ED-B785-0851849E48D5}" type="sibTrans" cxnId="{3D18C975-2725-47BA-A92B-92DBB91670A7}">
      <dgm:prSet/>
      <dgm:spPr/>
      <dgm:t>
        <a:bodyPr/>
        <a:lstStyle/>
        <a:p>
          <a:endParaRPr lang="pt-BR"/>
        </a:p>
      </dgm:t>
    </dgm:pt>
    <dgm:pt modelId="{8D75C29D-567D-421C-AB70-BA0BC7C13A34}" type="pres">
      <dgm:prSet presAssocID="{B277E5A2-AB87-4D8A-BF2F-D8258E51339E}" presName="Name0" presStyleCnt="0">
        <dgm:presLayoutVars>
          <dgm:dir/>
          <dgm:animLvl val="lvl"/>
          <dgm:resizeHandles val="exact"/>
        </dgm:presLayoutVars>
      </dgm:prSet>
      <dgm:spPr/>
    </dgm:pt>
    <dgm:pt modelId="{18155760-30E2-490D-9522-328B4180A52B}" type="pres">
      <dgm:prSet presAssocID="{E5AC89A0-FBE6-40ED-B59B-0C85A36658B2}" presName="composite" presStyleCnt="0"/>
      <dgm:spPr/>
    </dgm:pt>
    <dgm:pt modelId="{BA209737-5934-4A10-8262-B675DDA18B90}" type="pres">
      <dgm:prSet presAssocID="{E5AC89A0-FBE6-40ED-B59B-0C85A36658B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80A1202-A5CD-4C88-835F-A399182278BF}" type="pres">
      <dgm:prSet presAssocID="{E5AC89A0-FBE6-40ED-B59B-0C85A36658B2}" presName="desTx" presStyleLbl="alignAccFollowNode1" presStyleIdx="0" presStyleCnt="2">
        <dgm:presLayoutVars>
          <dgm:bulletEnabled val="1"/>
        </dgm:presLayoutVars>
      </dgm:prSet>
      <dgm:spPr/>
    </dgm:pt>
    <dgm:pt modelId="{BB206151-476E-43A1-AEF1-0A1E38BAEEE9}" type="pres">
      <dgm:prSet presAssocID="{3DE02B19-D1FA-456E-B2DD-6EE5B24BE23A}" presName="space" presStyleCnt="0"/>
      <dgm:spPr/>
    </dgm:pt>
    <dgm:pt modelId="{FF071E93-9999-4A81-95C9-B3671CA78E41}" type="pres">
      <dgm:prSet presAssocID="{3B25F8D2-9446-4347-93C8-084C45E1ABFD}" presName="composite" presStyleCnt="0"/>
      <dgm:spPr/>
    </dgm:pt>
    <dgm:pt modelId="{2F10CEAC-804B-498F-9B34-5AD766143B00}" type="pres">
      <dgm:prSet presAssocID="{3B25F8D2-9446-4347-93C8-084C45E1ABF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636FAAC-238F-42FA-BEBE-152C9B4AE3A7}" type="pres">
      <dgm:prSet presAssocID="{3B25F8D2-9446-4347-93C8-084C45E1ABF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7B3D010-5FDC-4AAE-8334-285CC94FDA11}" srcId="{16824BE7-A215-47D3-938F-31F1DCBA6D92}" destId="{644BD1FE-7FF9-4827-BA3B-BE7CDC0DD67A}" srcOrd="0" destOrd="0" parTransId="{44CE3544-6C7E-410C-8581-6A0551F9212C}" sibTransId="{4B556827-A339-4BD5-974E-4F6DD8A72B06}"/>
    <dgm:cxn modelId="{70B9DB20-8FF3-44B3-AEAF-CFC36131DB35}" type="presOf" srcId="{3B25F8D2-9446-4347-93C8-084C45E1ABFD}" destId="{2F10CEAC-804B-498F-9B34-5AD766143B00}" srcOrd="0" destOrd="0" presId="urn:microsoft.com/office/officeart/2005/8/layout/hList1"/>
    <dgm:cxn modelId="{E4E9BD23-2D58-4041-9091-61F6AAED991D}" srcId="{3B25F8D2-9446-4347-93C8-084C45E1ABFD}" destId="{05147A58-29FE-4C0E-9C62-BAF3B47104DF}" srcOrd="0" destOrd="0" parTransId="{7F2D334E-273C-4B5B-8B74-F610BE468D0C}" sibTransId="{136F15FA-9C90-4314-AADE-7721DA2A61B8}"/>
    <dgm:cxn modelId="{84CDBF2C-2EF9-4E01-9289-FC31A7F4C153}" type="presOf" srcId="{E5AC89A0-FBE6-40ED-B59B-0C85A36658B2}" destId="{BA209737-5934-4A10-8262-B675DDA18B90}" srcOrd="0" destOrd="0" presId="urn:microsoft.com/office/officeart/2005/8/layout/hList1"/>
    <dgm:cxn modelId="{4C72B535-9E57-4383-B1DA-9268C34924A1}" type="presOf" srcId="{E3DE2593-D245-4363-8460-AC0B60FD36FF}" destId="{7636FAAC-238F-42FA-BEBE-152C9B4AE3A7}" srcOrd="0" destOrd="1" presId="urn:microsoft.com/office/officeart/2005/8/layout/hList1"/>
    <dgm:cxn modelId="{F98FEF39-4CEE-42E2-B12B-125F2CB6230F}" type="presOf" srcId="{644BD1FE-7FF9-4827-BA3B-BE7CDC0DD67A}" destId="{D80A1202-A5CD-4C88-835F-A399182278BF}" srcOrd="0" destOrd="1" presId="urn:microsoft.com/office/officeart/2005/8/layout/hList1"/>
    <dgm:cxn modelId="{4008B46C-BE30-4C4B-96A5-482104A339C2}" srcId="{B277E5A2-AB87-4D8A-BF2F-D8258E51339E}" destId="{E5AC89A0-FBE6-40ED-B59B-0C85A36658B2}" srcOrd="0" destOrd="0" parTransId="{4C923EE4-463D-4CB0-B0E5-FF5D28E926BC}" sibTransId="{3DE02B19-D1FA-456E-B2DD-6EE5B24BE23A}"/>
    <dgm:cxn modelId="{E6B38570-C2E6-4C7E-9F94-EA59506F5B25}" type="presOf" srcId="{92D3FCCB-B7A3-4608-BB07-30C4DBB792FB}" destId="{D80A1202-A5CD-4C88-835F-A399182278BF}" srcOrd="0" destOrd="3" presId="urn:microsoft.com/office/officeart/2005/8/layout/hList1"/>
    <dgm:cxn modelId="{3D18C975-2725-47BA-A92B-92DBB91670A7}" srcId="{05147A58-29FE-4C0E-9C62-BAF3B47104DF}" destId="{E3DE2593-D245-4363-8460-AC0B60FD36FF}" srcOrd="0" destOrd="0" parTransId="{2C697EA6-F8AE-48C2-9FCD-AE367112DBF7}" sibTransId="{6100FC87-0A0C-49ED-B785-0851849E48D5}"/>
    <dgm:cxn modelId="{82050CA8-2AAB-46DE-803B-EDA7179F7D80}" type="presOf" srcId="{16824BE7-A215-47D3-938F-31F1DCBA6D92}" destId="{D80A1202-A5CD-4C88-835F-A399182278BF}" srcOrd="0" destOrd="0" presId="urn:microsoft.com/office/officeart/2005/8/layout/hList1"/>
    <dgm:cxn modelId="{2BEC53AB-CA2C-490C-BE5E-079FBBF0185E}" srcId="{E5AC89A0-FBE6-40ED-B59B-0C85A36658B2}" destId="{16824BE7-A215-47D3-938F-31F1DCBA6D92}" srcOrd="0" destOrd="0" parTransId="{A916494D-D0D5-492D-8419-A86662589E54}" sibTransId="{01D10500-0D04-4314-A281-B92CDFB2B991}"/>
    <dgm:cxn modelId="{39C3C6B4-7066-4D35-92FB-21A06F431D81}" srcId="{F6F60C3C-E247-43B9-B85A-9DB6E2DFAAD1}" destId="{92D3FCCB-B7A3-4608-BB07-30C4DBB792FB}" srcOrd="0" destOrd="0" parTransId="{A42D6E85-AD29-4B75-BDBF-EC0A94B1915E}" sibTransId="{12CC11F2-B90C-4D80-8FAB-4BE88968012C}"/>
    <dgm:cxn modelId="{4150ACCE-5103-4DA1-B4B7-D3C1E6F8E57E}" type="presOf" srcId="{B277E5A2-AB87-4D8A-BF2F-D8258E51339E}" destId="{8D75C29D-567D-421C-AB70-BA0BC7C13A34}" srcOrd="0" destOrd="0" presId="urn:microsoft.com/office/officeart/2005/8/layout/hList1"/>
    <dgm:cxn modelId="{7F0694D4-DD4B-42F1-82C2-BF0E6E19F5E5}" srcId="{B277E5A2-AB87-4D8A-BF2F-D8258E51339E}" destId="{3B25F8D2-9446-4347-93C8-084C45E1ABFD}" srcOrd="1" destOrd="0" parTransId="{F5A3C502-E28F-4783-89F1-5BCADFEB7E00}" sibTransId="{D4C48B7F-76D6-4B52-8E28-DEE89D1B06C6}"/>
    <dgm:cxn modelId="{722437E7-0BF8-403E-B24D-9FFAE98C669C}" type="presOf" srcId="{F6F60C3C-E247-43B9-B85A-9DB6E2DFAAD1}" destId="{D80A1202-A5CD-4C88-835F-A399182278BF}" srcOrd="0" destOrd="2" presId="urn:microsoft.com/office/officeart/2005/8/layout/hList1"/>
    <dgm:cxn modelId="{8B39B7E8-4813-4005-B878-3882BA69D3B4}" type="presOf" srcId="{05147A58-29FE-4C0E-9C62-BAF3B47104DF}" destId="{7636FAAC-238F-42FA-BEBE-152C9B4AE3A7}" srcOrd="0" destOrd="0" presId="urn:microsoft.com/office/officeart/2005/8/layout/hList1"/>
    <dgm:cxn modelId="{1E75BFF7-5057-493B-A177-3DA650E1731D}" srcId="{E5AC89A0-FBE6-40ED-B59B-0C85A36658B2}" destId="{F6F60C3C-E247-43B9-B85A-9DB6E2DFAAD1}" srcOrd="1" destOrd="0" parTransId="{F9B83973-F565-4DFF-8773-922421109208}" sibTransId="{3F68DA24-6C62-4587-BDBB-4A5F532CC1A2}"/>
    <dgm:cxn modelId="{03CF618E-FB6D-4901-85F1-9F2826F56C65}" type="presParOf" srcId="{8D75C29D-567D-421C-AB70-BA0BC7C13A34}" destId="{18155760-30E2-490D-9522-328B4180A52B}" srcOrd="0" destOrd="0" presId="urn:microsoft.com/office/officeart/2005/8/layout/hList1"/>
    <dgm:cxn modelId="{C00C27D6-D675-4F84-BFED-3B1BCF9F8ADB}" type="presParOf" srcId="{18155760-30E2-490D-9522-328B4180A52B}" destId="{BA209737-5934-4A10-8262-B675DDA18B90}" srcOrd="0" destOrd="0" presId="urn:microsoft.com/office/officeart/2005/8/layout/hList1"/>
    <dgm:cxn modelId="{4CD7EB7F-A5C7-4EB9-AEA9-05D9B87E2ADD}" type="presParOf" srcId="{18155760-30E2-490D-9522-328B4180A52B}" destId="{D80A1202-A5CD-4C88-835F-A399182278BF}" srcOrd="1" destOrd="0" presId="urn:microsoft.com/office/officeart/2005/8/layout/hList1"/>
    <dgm:cxn modelId="{64021ADD-0935-4AEE-B94A-DDEDBDAFDF6E}" type="presParOf" srcId="{8D75C29D-567D-421C-AB70-BA0BC7C13A34}" destId="{BB206151-476E-43A1-AEF1-0A1E38BAEEE9}" srcOrd="1" destOrd="0" presId="urn:microsoft.com/office/officeart/2005/8/layout/hList1"/>
    <dgm:cxn modelId="{F0B2F5AA-CA16-4FA0-843A-98EEBCDB6E7B}" type="presParOf" srcId="{8D75C29D-567D-421C-AB70-BA0BC7C13A34}" destId="{FF071E93-9999-4A81-95C9-B3671CA78E41}" srcOrd="2" destOrd="0" presId="urn:microsoft.com/office/officeart/2005/8/layout/hList1"/>
    <dgm:cxn modelId="{330C82EC-E891-4025-AA36-08A1F5C8988B}" type="presParOf" srcId="{FF071E93-9999-4A81-95C9-B3671CA78E41}" destId="{2F10CEAC-804B-498F-9B34-5AD766143B00}" srcOrd="0" destOrd="0" presId="urn:microsoft.com/office/officeart/2005/8/layout/hList1"/>
    <dgm:cxn modelId="{CC149956-7686-480B-B2EB-4D2C7150C3CF}" type="presParOf" srcId="{FF071E93-9999-4A81-95C9-B3671CA78E41}" destId="{7636FAAC-238F-42FA-BEBE-152C9B4AE3A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CB308F-BC90-4FC2-A6BA-AD8A2C1ECA7A}">
      <dsp:nvSpPr>
        <dsp:cNvPr id="0" name=""/>
        <dsp:cNvSpPr/>
      </dsp:nvSpPr>
      <dsp:spPr>
        <a:xfrm>
          <a:off x="0" y="375509"/>
          <a:ext cx="8128000" cy="7095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54076" rIns="630823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700" kern="1200" dirty="0"/>
            <a:t>Envio de dados para tópicos</a:t>
          </a:r>
        </a:p>
      </dsp:txBody>
      <dsp:txXfrm>
        <a:off x="0" y="375509"/>
        <a:ext cx="8128000" cy="709537"/>
      </dsp:txXfrm>
    </dsp:sp>
    <dsp:sp modelId="{803D6F46-C960-4B06-8475-3A8D98B1033A}">
      <dsp:nvSpPr>
        <dsp:cNvPr id="0" name=""/>
        <dsp:cNvSpPr/>
      </dsp:nvSpPr>
      <dsp:spPr>
        <a:xfrm>
          <a:off x="406400" y="124589"/>
          <a:ext cx="568960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Publicar eventos</a:t>
          </a:r>
        </a:p>
      </dsp:txBody>
      <dsp:txXfrm>
        <a:off x="430898" y="149087"/>
        <a:ext cx="5640604" cy="452844"/>
      </dsp:txXfrm>
    </dsp:sp>
    <dsp:sp modelId="{B32E73B7-90E1-4291-86AF-046CADF87D2F}">
      <dsp:nvSpPr>
        <dsp:cNvPr id="0" name=""/>
        <dsp:cNvSpPr/>
      </dsp:nvSpPr>
      <dsp:spPr>
        <a:xfrm>
          <a:off x="0" y="1427767"/>
          <a:ext cx="8128000" cy="7095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54076" rIns="630823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700" kern="1200" dirty="0"/>
            <a:t>Leitura de dados dos tópicos</a:t>
          </a:r>
        </a:p>
      </dsp:txBody>
      <dsp:txXfrm>
        <a:off x="0" y="1427767"/>
        <a:ext cx="8128000" cy="709537"/>
      </dsp:txXfrm>
    </dsp:sp>
    <dsp:sp modelId="{21D8D9EB-75BE-483B-9C73-AD1D914F95E7}">
      <dsp:nvSpPr>
        <dsp:cNvPr id="0" name=""/>
        <dsp:cNvSpPr/>
      </dsp:nvSpPr>
      <dsp:spPr>
        <a:xfrm>
          <a:off x="406400" y="1176847"/>
          <a:ext cx="568960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Consumir eventos</a:t>
          </a:r>
        </a:p>
      </dsp:txBody>
      <dsp:txXfrm>
        <a:off x="430898" y="1201345"/>
        <a:ext cx="5640604" cy="452844"/>
      </dsp:txXfrm>
    </dsp:sp>
    <dsp:sp modelId="{5661E36A-7E43-48CB-B713-441DFA5A66B3}">
      <dsp:nvSpPr>
        <dsp:cNvPr id="0" name=""/>
        <dsp:cNvSpPr/>
      </dsp:nvSpPr>
      <dsp:spPr>
        <a:xfrm>
          <a:off x="0" y="2480024"/>
          <a:ext cx="8128000" cy="7095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54076" rIns="630823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700" kern="1200" dirty="0"/>
            <a:t>Enriquecimento de dados antes de repassar para outros tópicos</a:t>
          </a:r>
        </a:p>
      </dsp:txBody>
      <dsp:txXfrm>
        <a:off x="0" y="2480024"/>
        <a:ext cx="8128000" cy="709537"/>
      </dsp:txXfrm>
    </dsp:sp>
    <dsp:sp modelId="{66837ED4-ADBD-49AA-A02E-83E8BF4376A9}">
      <dsp:nvSpPr>
        <dsp:cNvPr id="0" name=""/>
        <dsp:cNvSpPr/>
      </dsp:nvSpPr>
      <dsp:spPr>
        <a:xfrm>
          <a:off x="406400" y="2229104"/>
          <a:ext cx="568960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Extrair, transformar e carregar eventos (ETL)</a:t>
          </a:r>
        </a:p>
      </dsp:txBody>
      <dsp:txXfrm>
        <a:off x="430898" y="2253602"/>
        <a:ext cx="5640604" cy="452844"/>
      </dsp:txXfrm>
    </dsp:sp>
    <dsp:sp modelId="{74542765-BE5C-486E-B336-148DDCD7CFCF}">
      <dsp:nvSpPr>
        <dsp:cNvPr id="0" name=""/>
        <dsp:cNvSpPr/>
      </dsp:nvSpPr>
      <dsp:spPr>
        <a:xfrm>
          <a:off x="0" y="3532282"/>
          <a:ext cx="8128000" cy="7095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54076" rIns="630823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700" kern="1200" dirty="0"/>
            <a:t>Simplificação na integração de consumidores</a:t>
          </a:r>
        </a:p>
      </dsp:txBody>
      <dsp:txXfrm>
        <a:off x="0" y="3532282"/>
        <a:ext cx="8128000" cy="709537"/>
      </dsp:txXfrm>
    </dsp:sp>
    <dsp:sp modelId="{9555AF29-8D87-4CF6-A39B-F1A418E9DB7B}">
      <dsp:nvSpPr>
        <dsp:cNvPr id="0" name=""/>
        <dsp:cNvSpPr/>
      </dsp:nvSpPr>
      <dsp:spPr>
        <a:xfrm>
          <a:off x="406400" y="3281362"/>
          <a:ext cx="568960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Integrar aplicações consumidoras</a:t>
          </a:r>
        </a:p>
      </dsp:txBody>
      <dsp:txXfrm>
        <a:off x="430898" y="3305860"/>
        <a:ext cx="5640604" cy="452844"/>
      </dsp:txXfrm>
    </dsp:sp>
    <dsp:sp modelId="{531A5DF5-BE89-4AD8-8847-3D299CB6050D}">
      <dsp:nvSpPr>
        <dsp:cNvPr id="0" name=""/>
        <dsp:cNvSpPr/>
      </dsp:nvSpPr>
      <dsp:spPr>
        <a:xfrm>
          <a:off x="0" y="4584539"/>
          <a:ext cx="8128000" cy="7095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354076" rIns="630823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700" kern="1200" dirty="0"/>
            <a:t>Guarda de dados de forma durável e replicada</a:t>
          </a:r>
        </a:p>
      </dsp:txBody>
      <dsp:txXfrm>
        <a:off x="0" y="4584539"/>
        <a:ext cx="8128000" cy="709537"/>
      </dsp:txXfrm>
    </dsp:sp>
    <dsp:sp modelId="{C63DC200-3275-48F6-9022-55EBC28BB7E4}">
      <dsp:nvSpPr>
        <dsp:cNvPr id="0" name=""/>
        <dsp:cNvSpPr/>
      </dsp:nvSpPr>
      <dsp:spPr>
        <a:xfrm>
          <a:off x="406400" y="4333619"/>
          <a:ext cx="568960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Armazenar eventos</a:t>
          </a:r>
        </a:p>
      </dsp:txBody>
      <dsp:txXfrm>
        <a:off x="430898" y="4358117"/>
        <a:ext cx="5640604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2E73B7-90E1-4291-86AF-046CADF87D2F}">
      <dsp:nvSpPr>
        <dsp:cNvPr id="0" name=""/>
        <dsp:cNvSpPr/>
      </dsp:nvSpPr>
      <dsp:spPr>
        <a:xfrm>
          <a:off x="0" y="526903"/>
          <a:ext cx="8128000" cy="14190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708152" rIns="630823" bIns="24180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Leitura de dados dos tópicos</a:t>
          </a:r>
        </a:p>
      </dsp:txBody>
      <dsp:txXfrm>
        <a:off x="0" y="526903"/>
        <a:ext cx="8128000" cy="1419075"/>
      </dsp:txXfrm>
    </dsp:sp>
    <dsp:sp modelId="{21D8D9EB-75BE-483B-9C73-AD1D914F95E7}">
      <dsp:nvSpPr>
        <dsp:cNvPr id="0" name=""/>
        <dsp:cNvSpPr/>
      </dsp:nvSpPr>
      <dsp:spPr>
        <a:xfrm>
          <a:off x="406400" y="25062"/>
          <a:ext cx="5689600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kern="1200" dirty="0"/>
            <a:t>Consumir eventos</a:t>
          </a:r>
        </a:p>
      </dsp:txBody>
      <dsp:txXfrm>
        <a:off x="455396" y="74058"/>
        <a:ext cx="5591608" cy="9056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209737-5934-4A10-8262-B675DDA18B90}">
      <dsp:nvSpPr>
        <dsp:cNvPr id="0" name=""/>
        <dsp:cNvSpPr/>
      </dsp:nvSpPr>
      <dsp:spPr>
        <a:xfrm>
          <a:off x="51" y="46214"/>
          <a:ext cx="4883092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Método de invocação </a:t>
          </a:r>
          <a:r>
            <a:rPr lang="pt-BR" sz="2800" b="1" kern="1200" dirty="0"/>
            <a:t>SYNC</a:t>
          </a:r>
        </a:p>
      </dsp:txBody>
      <dsp:txXfrm>
        <a:off x="51" y="46214"/>
        <a:ext cx="4883092" cy="806400"/>
      </dsp:txXfrm>
    </dsp:sp>
    <dsp:sp modelId="{D80A1202-A5CD-4C88-835F-A399182278BF}">
      <dsp:nvSpPr>
        <dsp:cNvPr id="0" name=""/>
        <dsp:cNvSpPr/>
      </dsp:nvSpPr>
      <dsp:spPr>
        <a:xfrm>
          <a:off x="51" y="852614"/>
          <a:ext cx="4883092" cy="45347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2800" kern="1200" dirty="0"/>
            <a:t>✅ O </a:t>
          </a:r>
          <a:r>
            <a:rPr lang="pt-BR" sz="2800" kern="1200" dirty="0" err="1"/>
            <a:t>sink</a:t>
          </a:r>
          <a:r>
            <a:rPr lang="pt-BR" sz="2800" kern="1200" dirty="0"/>
            <a:t> </a:t>
          </a:r>
          <a:r>
            <a:rPr lang="pt-BR" sz="2800" kern="1200" dirty="0" err="1"/>
            <a:t>connector</a:t>
          </a:r>
          <a:r>
            <a:rPr lang="pt-BR" sz="2800" kern="1200" dirty="0"/>
            <a:t> espera a resposta de sucesso da lambda antes de avançar o offset (é blocante)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2800" kern="1200" dirty="0"/>
            <a:t>✅ Garante o reprocessamento em caso de falha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pt-BR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2800" kern="1200" dirty="0"/>
            <a:t>⚠️ Pode aumentar a latência se a lambda demorar para responder ou tiver erros</a:t>
          </a:r>
        </a:p>
      </dsp:txBody>
      <dsp:txXfrm>
        <a:off x="51" y="852614"/>
        <a:ext cx="4883092" cy="4534740"/>
      </dsp:txXfrm>
    </dsp:sp>
    <dsp:sp modelId="{2F10CEAC-804B-498F-9B34-5AD766143B00}">
      <dsp:nvSpPr>
        <dsp:cNvPr id="0" name=""/>
        <dsp:cNvSpPr/>
      </dsp:nvSpPr>
      <dsp:spPr>
        <a:xfrm>
          <a:off x="5566777" y="46214"/>
          <a:ext cx="4883092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Método de invocação A</a:t>
          </a:r>
          <a:r>
            <a:rPr lang="pt-BR" sz="2800" b="1" kern="1200" dirty="0"/>
            <a:t>SYNC</a:t>
          </a:r>
          <a:endParaRPr lang="pt-BR" sz="2800" kern="1200" dirty="0"/>
        </a:p>
      </dsp:txBody>
      <dsp:txXfrm>
        <a:off x="5566777" y="46214"/>
        <a:ext cx="4883092" cy="806400"/>
      </dsp:txXfrm>
    </dsp:sp>
    <dsp:sp modelId="{7636FAAC-238F-42FA-BEBE-152C9B4AE3A7}">
      <dsp:nvSpPr>
        <dsp:cNvPr id="0" name=""/>
        <dsp:cNvSpPr/>
      </dsp:nvSpPr>
      <dsp:spPr>
        <a:xfrm>
          <a:off x="5566777" y="852614"/>
          <a:ext cx="4883092" cy="45347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2800" kern="1200" dirty="0"/>
            <a:t>✅ O </a:t>
          </a:r>
          <a:r>
            <a:rPr lang="pt-BR" sz="2800" kern="1200" dirty="0" err="1"/>
            <a:t>sink</a:t>
          </a:r>
          <a:r>
            <a:rPr lang="pt-BR" sz="2800" kern="1200" dirty="0"/>
            <a:t> </a:t>
          </a:r>
          <a:r>
            <a:rPr lang="pt-BR" sz="2800" kern="1200" dirty="0" err="1"/>
            <a:t>connector</a:t>
          </a:r>
          <a:r>
            <a:rPr lang="pt-BR" sz="2800" kern="1200" dirty="0"/>
            <a:t> dispara a requisição e não </a:t>
          </a:r>
          <a:r>
            <a:rPr lang="pt-BR" sz="2800" b="1" kern="1200" dirty="0"/>
            <a:t>espera por nenhum tipo de resposta (</a:t>
          </a:r>
          <a:r>
            <a:rPr lang="pt-BR" sz="2800" b="0" kern="1200" dirty="0"/>
            <a:t>não blocante)</a:t>
          </a:r>
          <a:endParaRPr lang="pt-BR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2800" kern="1200" dirty="0"/>
            <a:t>✅ Menor latência e maior </a:t>
          </a:r>
          <a:r>
            <a:rPr lang="pt-BR" sz="2800" kern="1200" dirty="0" err="1"/>
            <a:t>throughput</a:t>
          </a:r>
          <a:endParaRPr lang="pt-BR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pt-BR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2800" kern="1200" dirty="0"/>
            <a:t>⚠️ Sem </a:t>
          </a:r>
          <a:r>
            <a:rPr lang="pt-BR" sz="2800" kern="1200" dirty="0" err="1"/>
            <a:t>retries</a:t>
          </a:r>
          <a:r>
            <a:rPr lang="pt-BR" sz="2800" kern="1200" dirty="0"/>
            <a:t> no Kafka, se a lambda não lidar com o erro, a mensagem pode se perder</a:t>
          </a:r>
        </a:p>
      </dsp:txBody>
      <dsp:txXfrm>
        <a:off x="5566777" y="852614"/>
        <a:ext cx="4883092" cy="45347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209737-5934-4A10-8262-B675DDA18B90}">
      <dsp:nvSpPr>
        <dsp:cNvPr id="0" name=""/>
        <dsp:cNvSpPr/>
      </dsp:nvSpPr>
      <dsp:spPr>
        <a:xfrm>
          <a:off x="51" y="32003"/>
          <a:ext cx="4883092" cy="14085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900" kern="1200" dirty="0"/>
            <a:t>Método de invocação </a:t>
          </a:r>
          <a:r>
            <a:rPr lang="pt-BR" sz="3900" b="1" kern="1200" dirty="0"/>
            <a:t>SYNC</a:t>
          </a:r>
        </a:p>
      </dsp:txBody>
      <dsp:txXfrm>
        <a:off x="51" y="32003"/>
        <a:ext cx="4883092" cy="1408525"/>
      </dsp:txXfrm>
    </dsp:sp>
    <dsp:sp modelId="{D80A1202-A5CD-4C88-835F-A399182278BF}">
      <dsp:nvSpPr>
        <dsp:cNvPr id="0" name=""/>
        <dsp:cNvSpPr/>
      </dsp:nvSpPr>
      <dsp:spPr>
        <a:xfrm>
          <a:off x="51" y="1440529"/>
          <a:ext cx="4883092" cy="39610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026" tIns="208026" rIns="277368" bIns="312039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pt-BR" sz="3900" kern="1200" dirty="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3900" kern="1200" dirty="0"/>
            <a:t>Tamanho máximo de mensagens em um mesmo lote é de </a:t>
          </a:r>
          <a:r>
            <a:rPr lang="pt-BR" sz="3900" b="1" kern="1200" dirty="0">
              <a:highlight>
                <a:srgbClr val="FFFF00"/>
              </a:highlight>
            </a:rPr>
            <a:t>6 MB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pt-BR" sz="3900" kern="1200" dirty="0"/>
        </a:p>
      </dsp:txBody>
      <dsp:txXfrm>
        <a:off x="51" y="1440529"/>
        <a:ext cx="4883092" cy="3961035"/>
      </dsp:txXfrm>
    </dsp:sp>
    <dsp:sp modelId="{2F10CEAC-804B-498F-9B34-5AD766143B00}">
      <dsp:nvSpPr>
        <dsp:cNvPr id="0" name=""/>
        <dsp:cNvSpPr/>
      </dsp:nvSpPr>
      <dsp:spPr>
        <a:xfrm>
          <a:off x="5566777" y="32003"/>
          <a:ext cx="4883092" cy="14085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900" kern="1200" dirty="0"/>
            <a:t>Método de invocação A</a:t>
          </a:r>
          <a:r>
            <a:rPr lang="pt-BR" sz="3900" b="1" kern="1200" dirty="0"/>
            <a:t>SYNC</a:t>
          </a:r>
          <a:endParaRPr lang="pt-BR" sz="3900" kern="1200" dirty="0"/>
        </a:p>
      </dsp:txBody>
      <dsp:txXfrm>
        <a:off x="5566777" y="32003"/>
        <a:ext cx="4883092" cy="1408525"/>
      </dsp:txXfrm>
    </dsp:sp>
    <dsp:sp modelId="{7636FAAC-238F-42FA-BEBE-152C9B4AE3A7}">
      <dsp:nvSpPr>
        <dsp:cNvPr id="0" name=""/>
        <dsp:cNvSpPr/>
      </dsp:nvSpPr>
      <dsp:spPr>
        <a:xfrm>
          <a:off x="5566777" y="1440529"/>
          <a:ext cx="4883092" cy="39610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026" tIns="208026" rIns="277368" bIns="312039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pt-BR" sz="3900" kern="1200" dirty="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3900" kern="1200" dirty="0"/>
            <a:t>Tamanho máximo de mensagens em um mesmo lote é de </a:t>
          </a:r>
          <a:r>
            <a:rPr lang="pt-BR" sz="3900" b="1" kern="1200" dirty="0">
              <a:highlight>
                <a:srgbClr val="FFFF00"/>
              </a:highlight>
            </a:rPr>
            <a:t>256 KB</a:t>
          </a:r>
        </a:p>
      </dsp:txBody>
      <dsp:txXfrm>
        <a:off x="5566777" y="1440529"/>
        <a:ext cx="4883092" cy="39610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209737-5934-4A10-8262-B675DDA18B90}">
      <dsp:nvSpPr>
        <dsp:cNvPr id="0" name=""/>
        <dsp:cNvSpPr/>
      </dsp:nvSpPr>
      <dsp:spPr>
        <a:xfrm>
          <a:off x="51" y="84644"/>
          <a:ext cx="4883092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Método de invocação </a:t>
          </a:r>
          <a:r>
            <a:rPr lang="pt-BR" sz="2800" b="1" kern="1200" dirty="0"/>
            <a:t>SYNC</a:t>
          </a:r>
        </a:p>
      </dsp:txBody>
      <dsp:txXfrm>
        <a:off x="51" y="84644"/>
        <a:ext cx="4883092" cy="806400"/>
      </dsp:txXfrm>
    </dsp:sp>
    <dsp:sp modelId="{D80A1202-A5CD-4C88-835F-A399182278BF}">
      <dsp:nvSpPr>
        <dsp:cNvPr id="0" name=""/>
        <dsp:cNvSpPr/>
      </dsp:nvSpPr>
      <dsp:spPr>
        <a:xfrm>
          <a:off x="51" y="891044"/>
          <a:ext cx="4883092" cy="4457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2800" kern="1200" dirty="0"/>
            <a:t>STOP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2800" kern="1200" dirty="0" err="1"/>
            <a:t>Connector</a:t>
          </a:r>
          <a:r>
            <a:rPr lang="pt-BR" sz="2800" kern="1200" dirty="0"/>
            <a:t> para de processar as mensagens da partição até que a lambda execute com sucesso (não avança até o processamento ok)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2800" kern="1200" dirty="0"/>
            <a:t>DROP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2800" kern="1200" dirty="0" err="1"/>
            <a:t>Connector</a:t>
          </a:r>
          <a:r>
            <a:rPr lang="pt-BR" sz="2800" kern="1200" dirty="0"/>
            <a:t> descarta as mensagens com erro e continua consumindo</a:t>
          </a:r>
        </a:p>
      </dsp:txBody>
      <dsp:txXfrm>
        <a:off x="51" y="891044"/>
        <a:ext cx="4883092" cy="4457880"/>
      </dsp:txXfrm>
    </dsp:sp>
    <dsp:sp modelId="{2F10CEAC-804B-498F-9B34-5AD766143B00}">
      <dsp:nvSpPr>
        <dsp:cNvPr id="0" name=""/>
        <dsp:cNvSpPr/>
      </dsp:nvSpPr>
      <dsp:spPr>
        <a:xfrm>
          <a:off x="5566777" y="84644"/>
          <a:ext cx="4883092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Método de invocação A</a:t>
          </a:r>
          <a:r>
            <a:rPr lang="pt-BR" sz="2800" b="1" kern="1200" dirty="0"/>
            <a:t>SYNC</a:t>
          </a:r>
          <a:endParaRPr lang="pt-BR" sz="2800" kern="1200" dirty="0"/>
        </a:p>
      </dsp:txBody>
      <dsp:txXfrm>
        <a:off x="5566777" y="84644"/>
        <a:ext cx="4883092" cy="806400"/>
      </dsp:txXfrm>
    </dsp:sp>
    <dsp:sp modelId="{7636FAAC-238F-42FA-BEBE-152C9B4AE3A7}">
      <dsp:nvSpPr>
        <dsp:cNvPr id="0" name=""/>
        <dsp:cNvSpPr/>
      </dsp:nvSpPr>
      <dsp:spPr>
        <a:xfrm>
          <a:off x="5566777" y="891044"/>
          <a:ext cx="4883092" cy="4457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2800" kern="1200" dirty="0"/>
            <a:t>N/A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pt-BR" sz="2800" kern="1200" dirty="0" err="1"/>
            <a:t>Connector</a:t>
          </a:r>
          <a:r>
            <a:rPr lang="pt-BR" sz="2800" kern="1200" dirty="0"/>
            <a:t> espera que a lambda seja responsável pelos </a:t>
          </a:r>
          <a:r>
            <a:rPr lang="pt-BR" sz="2800" kern="1200" dirty="0" err="1"/>
            <a:t>retries</a:t>
          </a:r>
          <a:r>
            <a:rPr lang="pt-BR" sz="2800" kern="1200" dirty="0"/>
            <a:t> e pela tratativa de erro</a:t>
          </a:r>
        </a:p>
      </dsp:txBody>
      <dsp:txXfrm>
        <a:off x="5566777" y="891044"/>
        <a:ext cx="4883092" cy="4457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05132-4288-4164-B1CA-F5AC1CC796A7}" type="datetime1">
              <a:rPr lang="pt-BR" smtClean="0"/>
              <a:t>17/03/2025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B07BE-C169-4870-872B-F61D89F5554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08977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37FA0DA-72A3-424F-8A35-066434C5B9F1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conteúdos gerados pela IA podem estar incorretos.
---
Esta apresentação aborda a integração entre AWS Lambda e Apache Kafka, uma solução robusta para o processamento de eventos. Vamos explorar os conceitos, a configuração, o processamento de dados, o desempenho, e casos de uso que ilustram a aplicação prática dessa tecnologia.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40690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39747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/>
              <a:t>- Baseado em produtores, consumidores e no cluster Kafka, que é composto pelos brokers, tudo isso gerenciado pelo </a:t>
            </a:r>
            <a:r>
              <a:rPr lang="pt-BR" sz="1200" b="1" dirty="0" err="1"/>
              <a:t>Zookeeper</a:t>
            </a:r>
            <a:r>
              <a:rPr lang="pt-BR" sz="1200" b="1" dirty="0"/>
              <a:t>, que contém a </a:t>
            </a:r>
            <a:r>
              <a:rPr lang="pt-BR" b="0" i="0" dirty="0">
                <a:solidFill>
                  <a:srgbClr val="CDCDCD"/>
                </a:solidFill>
                <a:effectLst/>
                <a:latin typeface="Google Sans"/>
              </a:rPr>
              <a:t>configuração de todos os tópicos, incluindo a lista de tópicos existentes, número de partições para cada tópico, entre outros detalhes</a:t>
            </a:r>
            <a:endParaRPr lang="pt-BR" sz="1200" b="1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70536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3531F-C2E3-C766-C624-8C7328F8C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5CA5CFC-C9E3-512D-4DA6-9A8099832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A025F8-F422-E528-97F3-86950C0D2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A1CE22-6811-8B0E-B5D7-5D8EDA70C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9522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6268-AD24-B2F0-953A-24252255E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692BA6-2CE7-75AA-778A-ABE5C0395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872A10-9B1A-B270-1E36-775D21FB4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spcBef>
                <a:spcPts val="2500"/>
              </a:spcBef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7864F4-8ECE-1C3C-4563-A67B5AB7A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57048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48E55-11E5-2D5F-5AA4-CDC0BD74C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2CCD9A-7B92-2A1F-B8CE-0FC163E62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5D3DA6-D375-B4FF-2D22-CA4E5FDBA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spcBef>
                <a:spcPts val="2500"/>
              </a:spcBef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C0457F-DD81-D392-51D8-30E4E1FA3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86616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9036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C4CE-4EA3-6FF9-B08C-F7A33CB34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937AC01-37FC-C833-D4F0-2C68F1B2F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F509564-3A5D-D836-25B8-4E38491A7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14DA92-69F5-44D0-AA5F-F07DCD34B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888637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311E-CD3B-4526-1297-BDB0F9F8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6929661-5EC6-E097-39E6-7DB0004F8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50922B-E885-D29F-8878-C76F8F938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7CE5D2-7F6F-F3AB-7EF8-A181BB4CB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30906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C0653-9E48-CB94-9264-4E665B637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32A8F40-21C0-0225-115C-3FAED6F08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939755B-7F9A-4C33-D7B8-27247CFCA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90FF9A-6ED4-5816-9319-8DCBA07D2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10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6207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D8DDB-F142-A49D-5E98-0971FE75B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26C6988-4EA8-57D9-A900-AEA4F99FA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56CCA8B-1B29-C2B4-F105-2D4040474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6AF263-E5B2-3A5C-64AE-87A2CFAF1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11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73993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F22AA-2C45-CA69-F6DA-B7CB3D38E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DF4E5B5-CE03-A85C-9268-2B1C7A56E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E7A3543-6978-B915-5AC3-6D0AC82A1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992CA0-3466-0EB6-13F5-B0271FE70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12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3965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13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57850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72A5D-0754-C54A-E59F-A47445DD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6FB3E6-FE90-6918-DCFC-7C5F6DEAA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60A30F-BB8E-60D9-F803-1EC3C268A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84EC0D-549A-C8EA-9A18-AFAC0F580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14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083125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45D01-2971-77A2-2418-D63A07865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867FC20-160C-FA8F-14D2-F94701BCB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E3343E7-C369-EE15-ADCB-D5AA4A36F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D78F75-B092-9EDD-6386-14B595BC6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15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635824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16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6428136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F4947-6677-DDB5-4524-76E1D710B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B3631C-901B-5673-CE80-B6C1344EE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EDC089-E5D1-F1B5-B619-0AA5EF0EF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4CAE1B-23AD-DF08-F76D-34F1CF9C2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17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34264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31E45-D225-715A-A838-7D5F9A829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93AA12D-8896-5BF9-DBD4-2B92AB492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E5E51B-24D2-7E93-FF78-B181154A9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90CEBB8-FEA6-19F9-FA6B-69113DF993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6DE88F-1F85-4A27-9D34-D74A50E7B0DA}" type="slidenum">
              <a:rPr lang="pt-BR" noProof="0" smtClean="0"/>
              <a:t>18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81062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354758-9FD6-46D3-BA08-042BE364EA46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A070AB-0B0E-4B2D-804F-566417906A61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8BC9E8-30A4-4EE6-BB83-B04327D9020A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2B272B-E9E3-4682-90D8-4B44853FAF6D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Imagem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55272F-B51B-4957-97B0-074D18FB99AD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56502-BDB4-46EE-9217-C5A23E5BE0CE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E6A84A-F340-402E-97D3-C59F51FBE66F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C5BF86-AA12-49E0-AC44-8E2B1E4B1B72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5EFD07-A8B9-401F-868B-7649A9F826C1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8ECD64-5AF2-4F32-AD18-136C465DC047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F6B3D0-4304-407F-B819-80FF4D568789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F363FB-ECEA-4A76-B765-85460030C156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11" name="Caixa de texto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sz="8000" noProof="0" dirty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3" name="Caixa de texto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 noProof="0" dirty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319CEA-9EF4-4A65-A004-44DCCF154232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9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texto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91AA47-C612-4DA8-B151-4B748B7DAC4D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Imagem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Imagem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19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0" name="Espaço Reservado para Imagem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1" name="Espaço reservado para texto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3" name="Espaço Reservado para Imagem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4" name="Espaço reservado para texto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5" name="Espaço reservado para texto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6" name="Espaço reservado para imagem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7" name="Espaço reservado para texto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27F2B2-02FF-4D65-8FE7-F6AE0D863843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76D0790B-18CF-4284-B479-4F95A66DEDDE}" type="datetime1">
              <a:rPr lang="pt-BR" noProof="0" smtClean="0"/>
              <a:t>17/03/2025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stackoverflow.com/questions/38024514/understanding-kafka-topics-and-partitions" TargetMode="External"/><Relationship Id="rId3" Type="http://schemas.openxmlformats.org/officeDocument/2006/relationships/hyperlink" Target="https://ajuda.gitlab.io/guia-rapido/aplicativos/kafka/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pt.linkedin.com/pulse/afinal-o-que-%C3%A9-apache-kafka-alex-jos%C3%A9-silva-msc--5gryf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confluent.io/courses/kafka-connect/how-connectors-work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adrianoavelino/conector-kafka-lambda-sink-com-localstack-oe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confluent.io/courses/kafka-connect/how-connectors-work/" TargetMode="External"/><Relationship Id="rId7" Type="http://schemas.openxmlformats.org/officeDocument/2006/relationships/hyperlink" Target="https://www.linkedin.com/redir/redirect?url=https%3A%2F%2Faiven%2Eio%2Fblog%2Fkafka-simply-explained&amp;urlhash=30Ly&amp;trk=article-ssr-frontend-pulse_little-text-block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aws.amazon.com/what-is/apache-kafka/?nc1=h_ls" TargetMode="External"/><Relationship Id="rId5" Type="http://schemas.openxmlformats.org/officeDocument/2006/relationships/hyperlink" Target="https://www.redhat.com/en/topics/integration/what-is-apache-kafka" TargetMode="External"/><Relationship Id="rId4" Type="http://schemas.openxmlformats.org/officeDocument/2006/relationships/hyperlink" Target="https://www.youtube.com/watch?v=Ch5VhJzaoaI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06DDD-8145-9749-3F3E-944BCC20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>
            <a:normAutofit/>
          </a:bodyPr>
          <a:lstStyle/>
          <a:p>
            <a:r>
              <a:rPr lang="pt-BR" dirty="0"/>
              <a:t>Problemas &amp; Soluções</a:t>
            </a:r>
            <a:br>
              <a:rPr lang="pt-BR" dirty="0"/>
            </a:br>
            <a:r>
              <a:rPr lang="pt-BR" dirty="0"/>
              <a:t>... migração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15F0A6-3806-3EC7-E701-1C0BAF11A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>
            <a:normAutofit/>
          </a:bodyPr>
          <a:lstStyle/>
          <a:p>
            <a:r>
              <a:rPr lang="pt-BR" dirty="0"/>
              <a:t>Alguns conceitos e Lições aprendidas</a:t>
            </a:r>
          </a:p>
        </p:txBody>
      </p:sp>
    </p:spTree>
    <p:extLst>
      <p:ext uri="{BB962C8B-B14F-4D97-AF65-F5344CB8AC3E}">
        <p14:creationId xmlns:p14="http://schemas.microsoft.com/office/powerpoint/2010/main" val="3985472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FBE4E-09D9-F7EB-04FA-A3880B778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 anchor="ctr">
            <a:normAutofit/>
          </a:bodyPr>
          <a:lstStyle/>
          <a:p>
            <a:r>
              <a:rPr lang="pt-BR" dirty="0"/>
              <a:t>Tópicos abordados nesta apresentação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84B3B9-B679-57BB-8C45-287C215D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87170"/>
            <a:ext cx="10353762" cy="4974590"/>
          </a:xfrm>
        </p:spPr>
        <p:txBody>
          <a:bodyPr anchor="t">
            <a:normAutofit lnSpcReduction="10000"/>
          </a:bodyPr>
          <a:lstStyle/>
          <a:p>
            <a:r>
              <a:rPr lang="pt-BR" dirty="0"/>
              <a:t>Introdução ao Kafka</a:t>
            </a:r>
          </a:p>
          <a:p>
            <a:pPr lvl="1"/>
            <a:r>
              <a:rPr lang="pt-BR" dirty="0"/>
              <a:t>Capacidades do Kafka</a:t>
            </a:r>
          </a:p>
          <a:p>
            <a:pPr lvl="1"/>
            <a:r>
              <a:rPr lang="pt-BR" dirty="0"/>
              <a:t>Kafka Connect</a:t>
            </a:r>
          </a:p>
          <a:p>
            <a:pPr lvl="1"/>
            <a:r>
              <a:rPr lang="pt-BR" dirty="0"/>
              <a:t>AWS Lambda </a:t>
            </a:r>
            <a:r>
              <a:rPr lang="pt-BR" dirty="0" err="1"/>
              <a:t>Sink</a:t>
            </a:r>
            <a:r>
              <a:rPr lang="pt-BR" dirty="0"/>
              <a:t> </a:t>
            </a:r>
            <a:r>
              <a:rPr lang="pt-BR" dirty="0" err="1"/>
              <a:t>Connector</a:t>
            </a:r>
            <a:endParaRPr lang="pt-BR" dirty="0"/>
          </a:p>
          <a:p>
            <a:pPr lvl="2"/>
            <a:r>
              <a:rPr lang="pt-BR" dirty="0"/>
              <a:t>Modos de invocação: SYNC / ASYNC</a:t>
            </a:r>
          </a:p>
          <a:p>
            <a:pPr lvl="2"/>
            <a:endParaRPr lang="pt-BR" dirty="0"/>
          </a:p>
          <a:p>
            <a:r>
              <a:rPr lang="pt-BR" dirty="0"/>
              <a:t>Processamento da 2ª onda de migração VQ/NPC</a:t>
            </a:r>
          </a:p>
          <a:p>
            <a:pPr lvl="1"/>
            <a:r>
              <a:rPr lang="pt-BR" dirty="0"/>
              <a:t>Onde foi que erramos?</a:t>
            </a:r>
          </a:p>
          <a:p>
            <a:pPr lvl="1"/>
            <a:r>
              <a:rPr lang="pt-BR" dirty="0"/>
              <a:t>Lições aprendidas</a:t>
            </a:r>
          </a:p>
          <a:p>
            <a:pPr lvl="1"/>
            <a:endParaRPr lang="pt-BR" dirty="0"/>
          </a:p>
          <a:p>
            <a:r>
              <a:rPr lang="pt-BR" dirty="0"/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97260205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0A604-2D6D-A57A-87E8-32EE3138B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pt-BR" dirty="0"/>
              <a:t>O que é Kafka?</a:t>
            </a:r>
          </a:p>
        </p:txBody>
      </p:sp>
      <p:pic>
        <p:nvPicPr>
          <p:cNvPr id="1030" name="Picture 6">
            <a:hlinkClick r:id="rId3"/>
            <a:extLst>
              <a:ext uri="{FF2B5EF4-FFF2-40B4-BE49-F238E27FC236}">
                <a16:creationId xmlns:a16="http://schemas.microsoft.com/office/drawing/2014/main" id="{4FD6F965-61F2-2D6C-BD3B-A31C782992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34"/>
          <a:stretch/>
        </p:blipFill>
        <p:spPr bwMode="auto">
          <a:xfrm>
            <a:off x="5595844" y="1216031"/>
            <a:ext cx="6307282" cy="295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hlinkClick r:id="rId3"/>
            <a:extLst>
              <a:ext uri="{FF2B5EF4-FFF2-40B4-BE49-F238E27FC236}">
                <a16:creationId xmlns:a16="http://schemas.microsoft.com/office/drawing/2014/main" id="{41B4E617-CD66-4318-1943-9FA263B37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75" y="4522781"/>
            <a:ext cx="7458075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final, o que é Apache Kafka ?">
            <a:hlinkClick r:id="rId6"/>
            <a:extLst>
              <a:ext uri="{FF2B5EF4-FFF2-40B4-BE49-F238E27FC236}">
                <a16:creationId xmlns:a16="http://schemas.microsoft.com/office/drawing/2014/main" id="{F37ABD2C-C9D9-A5C3-A26F-1B911C63F7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7" t="6246" r="17405" b="9587"/>
          <a:stretch/>
        </p:blipFill>
        <p:spPr bwMode="auto">
          <a:xfrm>
            <a:off x="517675" y="1216031"/>
            <a:ext cx="4676725" cy="295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Understanding Kafka Topics and Partitions - Stack Overflow">
            <a:hlinkClick r:id="rId8"/>
            <a:extLst>
              <a:ext uri="{FF2B5EF4-FFF2-40B4-BE49-F238E27FC236}">
                <a16:creationId xmlns:a16="http://schemas.microsoft.com/office/drawing/2014/main" id="{A257C7C9-D692-A65A-E650-912047B16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862" y="4522781"/>
            <a:ext cx="3203463" cy="226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ço Reservado para Conteúdo 3">
            <a:extLst>
              <a:ext uri="{FF2B5EF4-FFF2-40B4-BE49-F238E27FC236}">
                <a16:creationId xmlns:a16="http://schemas.microsoft.com/office/drawing/2014/main" id="{0692CB1C-C746-1F27-0A58-0A2FB5192894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24428" y="1216030"/>
            <a:ext cx="6378698" cy="295328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2500"/>
              </a:spcBef>
            </a:pPr>
            <a:r>
              <a:rPr lang="pt-BR" sz="4000" b="1" dirty="0"/>
              <a:t>Plataforma de transmissão de eventos em tempo real</a:t>
            </a:r>
          </a:p>
          <a:p>
            <a:pPr marL="457200" indent="-457200">
              <a:spcBef>
                <a:spcPts val="2500"/>
              </a:spcBef>
            </a:pPr>
            <a:r>
              <a:rPr lang="pt-BR" sz="3600" b="1" dirty="0"/>
              <a:t>Funciona como um barramento de mensagens para conectar sistemas</a:t>
            </a:r>
          </a:p>
        </p:txBody>
      </p:sp>
    </p:spTree>
    <p:extLst>
      <p:ext uri="{BB962C8B-B14F-4D97-AF65-F5344CB8AC3E}">
        <p14:creationId xmlns:p14="http://schemas.microsoft.com/office/powerpoint/2010/main" val="35039070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AF7DA-5BAC-1968-EB8A-E2E8AE842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B5CDC-FAE7-5C97-1455-0E5E381D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pt-BR" dirty="0"/>
              <a:t>O que o Kafka consegue fazer?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B0BEB03E-203B-CDE4-72BD-9C5779352A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811279"/>
              </p:ext>
            </p:extLst>
          </p:nvPr>
        </p:nvGraphicFramePr>
        <p:xfrm>
          <a:off x="2026676" y="137986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637157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CF7E8-C8DA-38EE-18A3-DB1579EB7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A142D8F-A30D-FF90-8E5D-876CACC2D688}"/>
              </a:ext>
            </a:extLst>
          </p:cNvPr>
          <p:cNvSpPr txBox="1">
            <a:spLocks/>
          </p:cNvSpPr>
          <p:nvPr/>
        </p:nvSpPr>
        <p:spPr>
          <a:xfrm>
            <a:off x="924443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Aprofundando um pouco na capacidade de: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0AB8BD-35BC-D7C1-E5EE-D17842D1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pt-BR" dirty="0"/>
              <a:t>O que é o Kafka Connect?</a:t>
            </a:r>
          </a:p>
        </p:txBody>
      </p:sp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B2DAFBB3-6985-075F-8F1A-356DE9B890BD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13795" y="1472508"/>
            <a:ext cx="10783834" cy="492829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b="1" dirty="0">
                <a:effectLst/>
              </a:rPr>
              <a:t>Módulo do Kafka que facilita a integração com outros sistemas sem a necessidade de um código de gerenciamento customizado</a:t>
            </a:r>
          </a:p>
          <a:p>
            <a:endParaRPr lang="pt-BR" sz="3600" b="1" dirty="0">
              <a:effectLst/>
            </a:endParaRPr>
          </a:p>
          <a:p>
            <a:r>
              <a:rPr lang="pt-BR" sz="3600" b="1" dirty="0">
                <a:effectLst/>
              </a:rPr>
              <a:t>Há dois tipos de conectores:</a:t>
            </a:r>
            <a:endParaRPr lang="pt-BR" sz="3600" dirty="0">
              <a:effectLst/>
            </a:endParaRPr>
          </a:p>
          <a:p>
            <a:pPr lvl="1"/>
            <a:r>
              <a:rPr lang="pt-BR" sz="2800" b="1" dirty="0" err="1">
                <a:effectLst/>
              </a:rPr>
              <a:t>Source</a:t>
            </a:r>
            <a:r>
              <a:rPr lang="pt-BR" sz="2800" b="1" dirty="0">
                <a:effectLst/>
              </a:rPr>
              <a:t> </a:t>
            </a:r>
            <a:r>
              <a:rPr lang="pt-BR" sz="2800" b="1" dirty="0" err="1">
                <a:effectLst/>
              </a:rPr>
              <a:t>Connector</a:t>
            </a:r>
            <a:r>
              <a:rPr lang="pt-BR" sz="2800" b="1" dirty="0">
                <a:effectLst/>
              </a:rPr>
              <a:t>: captura dados externos e envia para o Kafka</a:t>
            </a:r>
            <a:endParaRPr lang="pt-BR" sz="2800" dirty="0">
              <a:effectLst/>
            </a:endParaRPr>
          </a:p>
          <a:p>
            <a:pPr lvl="1"/>
            <a:r>
              <a:rPr lang="pt-BR" sz="2800" b="1" dirty="0" err="1">
                <a:effectLst/>
              </a:rPr>
              <a:t>Sink</a:t>
            </a:r>
            <a:r>
              <a:rPr lang="pt-BR" sz="2800" b="1" dirty="0">
                <a:effectLst/>
              </a:rPr>
              <a:t> </a:t>
            </a:r>
            <a:r>
              <a:rPr lang="pt-BR" sz="2800" b="1" dirty="0" err="1">
                <a:effectLst/>
              </a:rPr>
              <a:t>Connector</a:t>
            </a:r>
            <a:r>
              <a:rPr lang="pt-BR" sz="2800" b="1" dirty="0">
                <a:effectLst/>
              </a:rPr>
              <a:t>: envia dados do Kafka para serviços externos</a:t>
            </a:r>
            <a:endParaRPr lang="pt-BR" sz="2800" dirty="0">
              <a:effectLst/>
            </a:endParaRP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35697977-B37A-C810-BBB0-F10C5066C6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4419541"/>
              </p:ext>
            </p:extLst>
          </p:nvPr>
        </p:nvGraphicFramePr>
        <p:xfrm>
          <a:off x="2241712" y="2443479"/>
          <a:ext cx="8128000" cy="1971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45472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Graphic spid="3" grpId="0">
        <p:bldAsOne/>
      </p:bldGraphic>
      <p:bldGraphic spid="3" grpId="1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3D5F4-054D-630A-5447-2D5F458AF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hlinkClick r:id="rId3"/>
            <a:extLst>
              <a:ext uri="{FF2B5EF4-FFF2-40B4-BE49-F238E27FC236}">
                <a16:creationId xmlns:a16="http://schemas.microsoft.com/office/drawing/2014/main" id="{DC919CBF-EEFF-1677-C56C-B40BD6700B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44" t="18474" r="-44" b="-74"/>
          <a:stretch/>
        </p:blipFill>
        <p:spPr bwMode="auto">
          <a:xfrm>
            <a:off x="0" y="1261872"/>
            <a:ext cx="12192000" cy="5596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93BF539-6E3E-5983-48FB-4386B627B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pt-BR" dirty="0"/>
              <a:t>O que é o Kafka Connect?</a:t>
            </a:r>
          </a:p>
        </p:txBody>
      </p:sp>
    </p:spTree>
    <p:extLst>
      <p:ext uri="{BB962C8B-B14F-4D97-AF65-F5344CB8AC3E}">
        <p14:creationId xmlns:p14="http://schemas.microsoft.com/office/powerpoint/2010/main" val="319816645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05F8F-5CFC-3F60-A39F-240E8960F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pt-BR" dirty="0"/>
              <a:t>O que é o AWS Lambda </a:t>
            </a:r>
            <a:r>
              <a:rPr lang="pt-BR" dirty="0" err="1"/>
              <a:t>Sink</a:t>
            </a:r>
            <a:r>
              <a:rPr lang="pt-BR" dirty="0"/>
              <a:t> </a:t>
            </a:r>
            <a:r>
              <a:rPr lang="pt-BR" dirty="0" err="1"/>
              <a:t>Connector</a:t>
            </a:r>
            <a:r>
              <a:rPr lang="pt-BR" dirty="0"/>
              <a:t>?</a:t>
            </a:r>
          </a:p>
        </p:txBody>
      </p:sp>
      <p:pic>
        <p:nvPicPr>
          <p:cNvPr id="3076" name="Picture 4" descr="Conector Kafka Lambda Sink com Localstack - DEV Community">
            <a:hlinkClick r:id="rId3"/>
            <a:extLst>
              <a:ext uri="{FF2B5EF4-FFF2-40B4-BE49-F238E27FC236}">
                <a16:creationId xmlns:a16="http://schemas.microsoft.com/office/drawing/2014/main" id="{57814285-FE12-6C46-55B3-95109C589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648" y="3704780"/>
            <a:ext cx="8534703" cy="235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ço Reservado para Conteúdo 3">
            <a:extLst>
              <a:ext uri="{FF2B5EF4-FFF2-40B4-BE49-F238E27FC236}">
                <a16:creationId xmlns:a16="http://schemas.microsoft.com/office/drawing/2014/main" id="{B393B68B-0CF7-ECC4-A3EB-6830C1DF1148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7562" y="1683835"/>
            <a:ext cx="11496906" cy="174516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pt-BR" sz="3600" dirty="0"/>
              <a:t>É um componente que consome mensagens de tópicos Kafka, converte em JSON e executa uma Lambda AWS, abstraindo o gerenciamento de </a:t>
            </a:r>
            <a:r>
              <a:rPr lang="pt-BR" sz="3600" dirty="0" err="1"/>
              <a:t>retry</a:t>
            </a:r>
            <a:r>
              <a:rPr lang="pt-BR" sz="3600" dirty="0"/>
              <a:t>, realocação de offset e escalabilidade</a:t>
            </a:r>
          </a:p>
        </p:txBody>
      </p:sp>
      <p:sp>
        <p:nvSpPr>
          <p:cNvPr id="12" name="Balão de Pensamento: Nuvem 11">
            <a:extLst>
              <a:ext uri="{FF2B5EF4-FFF2-40B4-BE49-F238E27FC236}">
                <a16:creationId xmlns:a16="http://schemas.microsoft.com/office/drawing/2014/main" id="{7FBD8661-CE7C-9193-65FD-3208E5A04EAC}"/>
              </a:ext>
            </a:extLst>
          </p:cNvPr>
          <p:cNvSpPr/>
          <p:nvPr/>
        </p:nvSpPr>
        <p:spPr>
          <a:xfrm>
            <a:off x="2651760" y="3850964"/>
            <a:ext cx="5966460" cy="2359064"/>
          </a:xfrm>
          <a:prstGeom prst="cloudCallout">
            <a:avLst>
              <a:gd name="adj1" fmla="val 40922"/>
              <a:gd name="adj2" fmla="val -710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Identificador exclusivo que marca a “posição” de cada mensagem dentro das partições do Kafka</a:t>
            </a:r>
          </a:p>
        </p:txBody>
      </p:sp>
    </p:spTree>
    <p:extLst>
      <p:ext uri="{BB962C8B-B14F-4D97-AF65-F5344CB8AC3E}">
        <p14:creationId xmlns:p14="http://schemas.microsoft.com/office/powerpoint/2010/main" val="1451102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01F4-86DD-C914-7264-74734AA60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A5EAE-2FEC-EA55-C390-1ADAB480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pt-BR" sz="4300" dirty="0"/>
              <a:t>Como o </a:t>
            </a:r>
            <a:r>
              <a:rPr lang="pt-BR" sz="4300" dirty="0" err="1"/>
              <a:t>Sink</a:t>
            </a:r>
            <a:r>
              <a:rPr lang="pt-BR" sz="4300" dirty="0"/>
              <a:t> </a:t>
            </a:r>
            <a:r>
              <a:rPr lang="pt-BR" sz="4300" dirty="0" err="1"/>
              <a:t>Connector</a:t>
            </a:r>
            <a:r>
              <a:rPr lang="pt-BR" sz="4300" dirty="0"/>
              <a:t> “chama” a lambda?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12DF749-F3B1-7B24-38D4-C995DB4BB6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7180778"/>
              </p:ext>
            </p:extLst>
          </p:nvPr>
        </p:nvGraphicFramePr>
        <p:xfrm>
          <a:off x="822959" y="1261872"/>
          <a:ext cx="10449921" cy="5433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685900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A58E0-0D5C-7490-0571-719157AEA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FFE747-A2C6-EB1D-29E7-862C2D1DC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pt-BR" sz="4300" dirty="0"/>
              <a:t>Limites de envio de mensagens em lote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F24E0787-634B-9C2A-212B-75CC86A31E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4609261"/>
              </p:ext>
            </p:extLst>
          </p:nvPr>
        </p:nvGraphicFramePr>
        <p:xfrm>
          <a:off x="822959" y="1261872"/>
          <a:ext cx="10449921" cy="5433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999375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0E0CC-9728-8524-73A6-FCD05B050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72F23-EB9A-88A1-980E-FB19158A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pt-BR" sz="4300" dirty="0"/>
              <a:t>Comportamento ao falhar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9E9703FB-CB10-670D-11FA-61A38562B1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3710675"/>
              </p:ext>
            </p:extLst>
          </p:nvPr>
        </p:nvGraphicFramePr>
        <p:xfrm>
          <a:off x="822959" y="1261872"/>
          <a:ext cx="10449921" cy="5433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2741954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2ACC2-7F19-D291-3C55-FB2753267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154CA-0837-2BC7-6BF9-FCBA9DE99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pt-BR" sz="4300" dirty="0"/>
              <a:t>Consumo das mensagens – modo SYNC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CBFEAF2A-3AF3-F1E1-D37B-993BF4EE154C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7562" y="1683835"/>
            <a:ext cx="4999958" cy="174516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pt-BR" sz="3600" dirty="0"/>
              <a:t>COLAR A IMAGEM DA DOC DO PUBSUB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8AB4FCB-2C19-C062-D477-BD92C9A62922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272922" y="1683834"/>
            <a:ext cx="5715877" cy="504208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pt-BR" sz="3600" i="1" dirty="0"/>
              <a:t>At </a:t>
            </a:r>
            <a:r>
              <a:rPr lang="pt-BR" sz="3600" i="1" dirty="0" err="1"/>
              <a:t>least</a:t>
            </a:r>
            <a:r>
              <a:rPr lang="pt-BR" sz="3600" i="1" dirty="0"/>
              <a:t> </a:t>
            </a:r>
            <a:r>
              <a:rPr lang="pt-BR" sz="3600" i="1" dirty="0" err="1"/>
              <a:t>once</a:t>
            </a:r>
            <a:r>
              <a:rPr lang="pt-BR" sz="3600" i="1" dirty="0"/>
              <a:t> delivery </a:t>
            </a:r>
            <a:r>
              <a:rPr lang="pt-BR" sz="3600" dirty="0"/>
              <a:t>– a mensagem será processada pelo menos 1 vez</a:t>
            </a:r>
          </a:p>
          <a:p>
            <a:pPr marL="36900" indent="0">
              <a:buNone/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2076716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C2DD9-5CAD-E0BD-131B-D14248EC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D4C80-E139-BA4B-4216-BC131EB2D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pt-BR" sz="4300" dirty="0"/>
              <a:t>Consumo das mensagens – modo ASYNC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4FA5F18A-34CA-9FB3-2689-7551D0CF4720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272922" y="1683834"/>
            <a:ext cx="5715877" cy="504208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pt-BR" sz="3600" i="1" dirty="0"/>
              <a:t>At </a:t>
            </a:r>
            <a:r>
              <a:rPr lang="pt-BR" sz="3600" i="1" dirty="0" err="1"/>
              <a:t>least</a:t>
            </a:r>
            <a:r>
              <a:rPr lang="pt-BR" sz="3600" i="1" dirty="0"/>
              <a:t> </a:t>
            </a:r>
            <a:r>
              <a:rPr lang="pt-BR" sz="3600" i="1" dirty="0" err="1"/>
              <a:t>once</a:t>
            </a:r>
            <a:r>
              <a:rPr lang="pt-BR" sz="3600" i="1" dirty="0"/>
              <a:t> delivery </a:t>
            </a:r>
            <a:r>
              <a:rPr lang="pt-BR" sz="3600" dirty="0"/>
              <a:t>– a mensagem será processada pelo menos 1 vez</a:t>
            </a:r>
          </a:p>
          <a:p>
            <a:pPr marL="36900" indent="0">
              <a:buNone/>
            </a:pPr>
            <a:endParaRPr lang="pt-BR" sz="3600" i="1" dirty="0"/>
          </a:p>
          <a:p>
            <a:pPr marL="36900" indent="0">
              <a:buNone/>
            </a:pPr>
            <a:r>
              <a:rPr lang="pt-BR" sz="3600" i="1" dirty="0"/>
              <a:t>Fire </a:t>
            </a:r>
            <a:r>
              <a:rPr lang="pt-BR" sz="3600" i="1" dirty="0" err="1"/>
              <a:t>and</a:t>
            </a:r>
            <a:r>
              <a:rPr lang="pt-BR" sz="3600" i="1" dirty="0"/>
              <a:t> Forget</a:t>
            </a:r>
            <a:r>
              <a:rPr lang="pt-BR" sz="3600" dirty="0"/>
              <a:t> – conector não aguarda retorno da lambda</a:t>
            </a:r>
            <a:endParaRPr lang="pt-BR" sz="3600" i="1" dirty="0"/>
          </a:p>
          <a:p>
            <a:pPr marL="36900" indent="0">
              <a:buNone/>
            </a:pPr>
            <a:endParaRPr lang="pt-BR" sz="36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EA2174-5086-D841-CF40-4B62A22FBEEE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7562" y="1683835"/>
            <a:ext cx="4999958" cy="174516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pt-BR" sz="3600" dirty="0"/>
              <a:t>COLAR A IMAGEM DA DOC DO PUBSUB</a:t>
            </a:r>
          </a:p>
        </p:txBody>
      </p:sp>
    </p:spTree>
    <p:extLst>
      <p:ext uri="{BB962C8B-B14F-4D97-AF65-F5344CB8AC3E}">
        <p14:creationId xmlns:p14="http://schemas.microsoft.com/office/powerpoint/2010/main" val="35100027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BDA7D-D630-B2E6-0F4C-0C35C57C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0320"/>
            <a:ext cx="10353762" cy="1257300"/>
          </a:xfrm>
        </p:spPr>
        <p:txBody>
          <a:bodyPr anchor="ctr">
            <a:normAutofit fontScale="90000"/>
          </a:bodyPr>
          <a:lstStyle/>
          <a:p>
            <a:r>
              <a:rPr lang="pt-BR" dirty="0"/>
              <a:t>Processamento da 2ª onda de migração VQ/NPC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91F7CEB5-528A-6A00-0560-47B1FE6A636B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19119" y="1630494"/>
            <a:ext cx="10206081" cy="276878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pt-BR" sz="3600" dirty="0"/>
              <a:t>Configurações da nossa lambda: </a:t>
            </a:r>
            <a:endParaRPr lang="pt-BR" sz="3000" dirty="0"/>
          </a:p>
          <a:p>
            <a:pPr lvl="1"/>
            <a:r>
              <a:rPr lang="pt-BR" sz="3000" dirty="0"/>
              <a:t> Modo de invocação da lambda: SYNC</a:t>
            </a:r>
          </a:p>
          <a:p>
            <a:pPr lvl="1"/>
            <a:r>
              <a:rPr lang="pt-BR" sz="3000" dirty="0"/>
              <a:t> Comportamento ao falhar: STOP</a:t>
            </a: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8582851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6BA48-8E2B-9163-5DF8-C236F06F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D932F5-9C59-7337-0289-304B3B92F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0320"/>
            <a:ext cx="10353762" cy="1257300"/>
          </a:xfrm>
        </p:spPr>
        <p:txBody>
          <a:bodyPr anchor="ctr">
            <a:normAutofit fontScale="90000"/>
          </a:bodyPr>
          <a:lstStyle/>
          <a:p>
            <a:r>
              <a:rPr lang="pt-BR" dirty="0"/>
              <a:t>Processamento da 2ª onda de migração VQ/NPC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508414AA-B96F-EF75-F968-4BC3B657F0E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8479" y="1445166"/>
            <a:ext cx="10775041" cy="539251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pt-BR" sz="3600" dirty="0"/>
              <a:t>Após o início do processamento, começamos a ter o seguinte </a:t>
            </a:r>
            <a:r>
              <a:rPr lang="pt-BR" sz="3600" i="1" dirty="0"/>
              <a:t>loop</a:t>
            </a:r>
            <a:r>
              <a:rPr lang="pt-BR" sz="3600" dirty="0"/>
              <a:t>:</a:t>
            </a:r>
          </a:p>
          <a:p>
            <a:pPr lvl="1"/>
            <a:endParaRPr lang="pt-BR" sz="3000" dirty="0"/>
          </a:p>
          <a:p>
            <a:pPr lvl="1"/>
            <a:r>
              <a:rPr lang="pt-BR" sz="3000" dirty="0"/>
              <a:t>Tivemos erros e algumas mensagens foram para a DLQ;</a:t>
            </a:r>
          </a:p>
          <a:p>
            <a:pPr lvl="1"/>
            <a:r>
              <a:rPr lang="pt-BR" sz="3000" dirty="0"/>
              <a:t> Os erros no processamento fizeram com que a lambda não conseguisse retornar o “ok” para o </a:t>
            </a:r>
            <a:r>
              <a:rPr lang="pt-BR" sz="3000" dirty="0" err="1"/>
              <a:t>sink</a:t>
            </a:r>
            <a:r>
              <a:rPr lang="pt-BR" sz="3000" dirty="0"/>
              <a:t> conector do Kafka;</a:t>
            </a:r>
          </a:p>
          <a:p>
            <a:pPr lvl="1"/>
            <a:r>
              <a:rPr lang="pt-BR" sz="3000" dirty="0"/>
              <a:t>Isso gerou dois problemas:</a:t>
            </a:r>
          </a:p>
          <a:p>
            <a:pPr lvl="2"/>
            <a:r>
              <a:rPr lang="pt-BR" sz="2700" dirty="0"/>
              <a:t> Sem a confirmação de processamento ok da lambda, o </a:t>
            </a:r>
            <a:r>
              <a:rPr lang="pt-BR" sz="2700" dirty="0" err="1"/>
              <a:t>sink</a:t>
            </a:r>
            <a:r>
              <a:rPr lang="pt-BR" sz="2700" dirty="0"/>
              <a:t> </a:t>
            </a:r>
            <a:r>
              <a:rPr lang="pt-BR" sz="2700" dirty="0" err="1"/>
              <a:t>connector</a:t>
            </a:r>
            <a:r>
              <a:rPr lang="pt-BR" sz="2700" dirty="0"/>
              <a:t> do Kafka não entendia que as mensagens já haviam sido processadas e estavam na nossa DLQ, então o offset não estava sendo atualizado;</a:t>
            </a:r>
          </a:p>
          <a:p>
            <a:pPr lvl="2"/>
            <a:r>
              <a:rPr lang="pt-BR" sz="2700" dirty="0"/>
              <a:t> Com a configuração do comportamento ao falhar setada como “STOP”, os erros/falta de confirmação de processamento estavam fazendo o </a:t>
            </a:r>
            <a:r>
              <a:rPr lang="pt-BR" sz="2700" dirty="0" err="1"/>
              <a:t>sink</a:t>
            </a:r>
            <a:r>
              <a:rPr lang="pt-BR" sz="2700" dirty="0"/>
              <a:t> </a:t>
            </a:r>
            <a:r>
              <a:rPr lang="pt-BR" sz="2700" dirty="0" err="1"/>
              <a:t>connector</a:t>
            </a:r>
            <a:r>
              <a:rPr lang="pt-BR" sz="2700" dirty="0"/>
              <a:t> ficar reiniciando, pegando as mesmas mensagens do offset que não foi atualizado</a:t>
            </a:r>
          </a:p>
          <a:p>
            <a:pPr lvl="2"/>
            <a:endParaRPr lang="pt-BR" sz="2700" dirty="0"/>
          </a:p>
          <a:p>
            <a:pPr lvl="2"/>
            <a:endParaRPr lang="pt-BR" sz="2700" dirty="0"/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7651126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7E7A-32F2-4665-5992-5272A1B3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91FB7-3E45-1C38-09CF-6401DDCC8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0320"/>
            <a:ext cx="10353762" cy="1257300"/>
          </a:xfrm>
        </p:spPr>
        <p:txBody>
          <a:bodyPr anchor="ctr">
            <a:normAutofit fontScale="90000"/>
          </a:bodyPr>
          <a:lstStyle/>
          <a:p>
            <a:r>
              <a:rPr lang="pt-BR" dirty="0"/>
              <a:t>Processamento da 2ª onda de migração VQ/NPC</a:t>
            </a:r>
          </a:p>
        </p:txBody>
      </p:sp>
      <p:sp>
        <p:nvSpPr>
          <p:cNvPr id="3" name="Espaço Reservado para Conteúdo 3">
            <a:extLst>
              <a:ext uri="{FF2B5EF4-FFF2-40B4-BE49-F238E27FC236}">
                <a16:creationId xmlns:a16="http://schemas.microsoft.com/office/drawing/2014/main" id="{1D63B301-EE2A-1BF6-8151-EE3CCB8242C5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708479" y="1445166"/>
            <a:ext cx="10775041" cy="539251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pt-BR" sz="3600" dirty="0"/>
              <a:t>Ações feitas para normalizar o processamento:</a:t>
            </a:r>
          </a:p>
          <a:p>
            <a:pPr lvl="1"/>
            <a:endParaRPr lang="pt-BR" sz="3000" dirty="0"/>
          </a:p>
          <a:p>
            <a:pPr lvl="1"/>
            <a:r>
              <a:rPr lang="pt-BR" sz="3000" dirty="0"/>
              <a:t> Conseguimos o contato de uma pessoa do </a:t>
            </a:r>
            <a:r>
              <a:rPr lang="pt-BR" sz="3000" dirty="0" err="1"/>
              <a:t>PubSub</a:t>
            </a:r>
            <a:r>
              <a:rPr lang="pt-BR" sz="3000" dirty="0"/>
              <a:t> (Augusto), que nos orientou sobre quais eram as diferenças das configurações de modo de invocação;</a:t>
            </a:r>
          </a:p>
          <a:p>
            <a:pPr lvl="1"/>
            <a:r>
              <a:rPr lang="pt-BR" sz="3000" dirty="0"/>
              <a:t> Alteramos o modo de invocação para ASYNC via PR no repositório do tópico Kafka;</a:t>
            </a:r>
          </a:p>
          <a:p>
            <a:pPr lvl="1"/>
            <a:r>
              <a:rPr lang="pt-BR" sz="3000" dirty="0"/>
              <a:t> </a:t>
            </a:r>
            <a:r>
              <a:rPr lang="pt-BR" sz="3000"/>
              <a:t>O Augusto </a:t>
            </a:r>
            <a:r>
              <a:rPr lang="pt-BR" sz="3000" dirty="0"/>
              <a:t>nos apoiou com o merge em produção e com o reset do offset nas partições do tópico Kafka;</a:t>
            </a:r>
          </a:p>
          <a:p>
            <a:pPr lvl="1"/>
            <a:r>
              <a:rPr lang="pt-BR" sz="3000" dirty="0"/>
              <a:t>Após essas alterações, os eventos foram processados muito mais rápido e sem o loop que havíamos tido no processamento anterior.</a:t>
            </a:r>
          </a:p>
          <a:p>
            <a:pPr lvl="2"/>
            <a:endParaRPr lang="pt-BR" sz="2700" dirty="0"/>
          </a:p>
          <a:p>
            <a:pPr lvl="2"/>
            <a:endParaRPr lang="pt-BR" sz="2700" dirty="0"/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0364652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FD49B-8D43-3E97-2E5C-04B0D179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pt-BR" dirty="0"/>
              <a:t>Lições aprendidas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FAC2BE-3B62-0AA9-A811-26A066128C89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13795" y="2076450"/>
            <a:ext cx="10353762" cy="424307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spcBef>
                <a:spcPts val="2500"/>
              </a:spcBef>
            </a:pPr>
            <a:r>
              <a:rPr lang="pt-BR" sz="2800" b="1" dirty="0"/>
              <a:t>É super importante entender como as peças se comunicam dentro da sua arquitetura</a:t>
            </a:r>
          </a:p>
          <a:p>
            <a:pPr marL="457200" indent="-457200">
              <a:spcBef>
                <a:spcPts val="2500"/>
              </a:spcBef>
            </a:pPr>
            <a:r>
              <a:rPr lang="pt-BR" sz="2800" b="1" dirty="0"/>
              <a:t>Um bom </a:t>
            </a:r>
            <a:r>
              <a:rPr lang="pt-BR" sz="2800" b="1" dirty="0" err="1"/>
              <a:t>code</a:t>
            </a:r>
            <a:r>
              <a:rPr lang="pt-BR" sz="2800" b="1" dirty="0"/>
              <a:t>-review evita muita dor de cabeça</a:t>
            </a:r>
          </a:p>
          <a:p>
            <a:pPr marL="457200" indent="-457200">
              <a:spcBef>
                <a:spcPts val="2500"/>
              </a:spcBef>
            </a:pPr>
            <a:r>
              <a:rPr lang="pt-BR" sz="2800" b="1" dirty="0"/>
              <a:t>Estressar o ambiente de homologação é uma das melhores formas de fazer uma dupla-checagem de configurações</a:t>
            </a:r>
          </a:p>
          <a:p>
            <a:pPr marL="457200" indent="-457200">
              <a:spcBef>
                <a:spcPts val="2500"/>
              </a:spcBef>
            </a:pPr>
            <a:r>
              <a:rPr lang="pt-BR" sz="2800" b="1" dirty="0"/>
              <a:t>Se não tem certeza do que está sendo feito, PERGUNTE! </a:t>
            </a:r>
          </a:p>
          <a:p>
            <a:pPr marL="457200" indent="-457200">
              <a:spcBef>
                <a:spcPts val="2500"/>
              </a:spcBef>
            </a:pPr>
            <a:r>
              <a:rPr lang="pt-BR" sz="2800" b="1" dirty="0"/>
              <a:t>Compartilhar contatos é muito útil</a:t>
            </a:r>
          </a:p>
          <a:p>
            <a:pPr marL="457200" indent="-457200">
              <a:spcBef>
                <a:spcPts val="2500"/>
              </a:spcBef>
            </a:pP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25751431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FD9EC-F9C1-BF98-D9B6-D269F0930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2E622-AC18-7C2A-74E8-47B0E7D9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pt-BR" sz="3900" dirty="0"/>
              <a:t>Referências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3A0BCB-DAF6-75CD-A080-98592BD359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1261872"/>
            <a:ext cx="9858283" cy="4986528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Connectors, Configuration, Converters, and Transforms</a:t>
            </a:r>
            <a:endParaRPr lang="pt-BR" sz="2000" dirty="0"/>
          </a:p>
          <a:p>
            <a:pPr lvl="1"/>
            <a:r>
              <a:rPr lang="pt-BR" sz="1800" dirty="0">
                <a:hlinkClick r:id="rId3"/>
              </a:rPr>
              <a:t>https://developer.confluent.io/courses/kafka-connect/how-connectors-work/</a:t>
            </a:r>
            <a:r>
              <a:rPr lang="pt-BR" sz="1800" dirty="0"/>
              <a:t> </a:t>
            </a:r>
          </a:p>
          <a:p>
            <a:pPr>
              <a:lnSpc>
                <a:spcPct val="100000"/>
              </a:lnSpc>
            </a:pPr>
            <a:endParaRPr lang="pt-BR" sz="2000" dirty="0"/>
          </a:p>
          <a:p>
            <a:pPr>
              <a:lnSpc>
                <a:spcPct val="100000"/>
              </a:lnSpc>
            </a:pPr>
            <a:r>
              <a:rPr lang="pt-BR" sz="2000" dirty="0"/>
              <a:t>Apache Kafka in 6 minutes</a:t>
            </a:r>
          </a:p>
          <a:p>
            <a:pPr lvl="1"/>
            <a:r>
              <a:rPr lang="pt-BR" sz="1800" dirty="0">
                <a:hlinkClick r:id="rId4"/>
              </a:rPr>
              <a:t>https://www.youtube.com/watch?v=Ch5VhJzaoaI</a:t>
            </a:r>
            <a:r>
              <a:rPr lang="pt-BR" sz="1800" dirty="0"/>
              <a:t> </a:t>
            </a:r>
          </a:p>
          <a:p>
            <a:pPr lvl="1"/>
            <a:endParaRPr lang="pt-BR" sz="1600" dirty="0"/>
          </a:p>
          <a:p>
            <a:pPr>
              <a:lnSpc>
                <a:spcPct val="100000"/>
              </a:lnSpc>
            </a:pPr>
            <a:r>
              <a:rPr lang="pt-BR" sz="2000" dirty="0" err="1"/>
              <a:t>What</a:t>
            </a:r>
            <a:r>
              <a:rPr lang="pt-BR" sz="2000" dirty="0"/>
              <a:t> </a:t>
            </a:r>
            <a:r>
              <a:rPr lang="pt-BR" sz="2000" dirty="0" err="1"/>
              <a:t>is</a:t>
            </a:r>
            <a:r>
              <a:rPr lang="pt-BR" sz="2000" dirty="0"/>
              <a:t> Apache Kafka?</a:t>
            </a:r>
          </a:p>
          <a:p>
            <a:pPr lvl="1"/>
            <a:r>
              <a:rPr lang="pt-BR" sz="1800" dirty="0">
                <a:hlinkClick r:id="rId5"/>
              </a:rPr>
              <a:t>https://www.redhat.com/en/topics/integration/what-is-apache-kafka</a:t>
            </a:r>
            <a:r>
              <a:rPr lang="pt-BR" sz="1800" dirty="0"/>
              <a:t> </a:t>
            </a:r>
          </a:p>
          <a:p>
            <a:pPr lvl="1"/>
            <a:r>
              <a:rPr lang="pt-BR" sz="1800" dirty="0">
                <a:hlinkClick r:id="rId6"/>
              </a:rPr>
              <a:t>https://aws.amazon.com/what-is/apache-kafka/?nc1=h_ls</a:t>
            </a:r>
            <a:r>
              <a:rPr lang="pt-BR" sz="1800" dirty="0"/>
              <a:t> </a:t>
            </a:r>
          </a:p>
          <a:p>
            <a:pPr>
              <a:lnSpc>
                <a:spcPct val="100000"/>
              </a:lnSpc>
            </a:pPr>
            <a:endParaRPr lang="pt-BR" sz="1800" dirty="0"/>
          </a:p>
          <a:p>
            <a:pPr>
              <a:lnSpc>
                <a:spcPct val="100000"/>
              </a:lnSpc>
            </a:pPr>
            <a:r>
              <a:rPr lang="pt-BR" sz="2000" dirty="0"/>
              <a:t>Apache Kafka Simply </a:t>
            </a:r>
            <a:r>
              <a:rPr lang="pt-BR" sz="2000" dirty="0" err="1"/>
              <a:t>Explained</a:t>
            </a:r>
            <a:endParaRPr lang="pt-BR" sz="2000" dirty="0"/>
          </a:p>
          <a:p>
            <a:pPr lvl="1"/>
            <a:r>
              <a:rPr lang="pt-BR" sz="1800" b="1" i="0" u="none" strike="noStrike" dirty="0">
                <a:effectLst/>
                <a:hlinkClick r:id="rId7"/>
              </a:rPr>
              <a:t>https://aiven.io/blog/kafka-simply-explained</a:t>
            </a:r>
            <a:endParaRPr lang="pt-BR" sz="1800" b="0" i="0" dirty="0">
              <a:effectLst/>
            </a:endParaRPr>
          </a:p>
          <a:p>
            <a:pPr>
              <a:lnSpc>
                <a:spcPct val="100000"/>
              </a:lnSpc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41170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06F36-1056-47C4-546D-291C1B9A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3F2D5-996D-C4ED-AA7E-49AE5944E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endParaRPr lang="pt-BR" sz="39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DBCA91-7E6F-311B-33C5-4986FAD9A8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9858283" cy="3622671"/>
          </a:xfrm>
        </p:spPr>
        <p:txBody>
          <a:bodyPr anchor="t">
            <a:normAutofit/>
          </a:bodyPr>
          <a:lstStyle/>
          <a:p>
            <a:pPr marL="36900" indent="0" algn="ctr">
              <a:lnSpc>
                <a:spcPct val="100000"/>
              </a:lnSpc>
              <a:buNone/>
            </a:pPr>
            <a:r>
              <a:rPr lang="pt-BR" sz="4800" dirty="0"/>
              <a:t>Obrigada pela atenção</a:t>
            </a:r>
          </a:p>
          <a:p>
            <a:pPr marL="36900" indent="0" algn="ctr">
              <a:lnSpc>
                <a:spcPct val="100000"/>
              </a:lnSpc>
              <a:buNone/>
            </a:pPr>
            <a:r>
              <a:rPr lang="pt-BR" sz="4800" dirty="0"/>
              <a:t>E</a:t>
            </a:r>
          </a:p>
          <a:p>
            <a:pPr marL="36900" indent="0" algn="ctr">
              <a:lnSpc>
                <a:spcPct val="100000"/>
              </a:lnSpc>
              <a:buNone/>
            </a:pPr>
            <a:r>
              <a:rPr lang="pt-BR" sz="4800" dirty="0"/>
              <a:t>Busquem Conhecimento!</a:t>
            </a:r>
          </a:p>
        </p:txBody>
      </p:sp>
    </p:spTree>
    <p:extLst>
      <p:ext uri="{BB962C8B-B14F-4D97-AF65-F5344CB8AC3E}">
        <p14:creationId xmlns:p14="http://schemas.microsoft.com/office/powerpoint/2010/main" val="20050328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27_TF55705232.potx" id="{CF89F022-7C0A-442C-87D4-E924F7E5F040}" vid="{1DB92B71-4A04-4E0B-81E6-75673672B25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{F33DEC1F-8DE4-4314-B9AD-3BB327A119A9}tf55705232_win32</Template>
  <TotalTime>440</TotalTime>
  <Words>1082</Words>
  <Application>Microsoft Office PowerPoint</Application>
  <PresentationFormat>Widescreen</PresentationFormat>
  <Paragraphs>135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Arial</vt:lpstr>
      <vt:lpstr>Calibri</vt:lpstr>
      <vt:lpstr>Google Sans</vt:lpstr>
      <vt:lpstr>Goudy Old Style</vt:lpstr>
      <vt:lpstr>Wingdings 2</vt:lpstr>
      <vt:lpstr>SlateVTI</vt:lpstr>
      <vt:lpstr>Problemas &amp; Soluções ... migração</vt:lpstr>
      <vt:lpstr>Tópicos abordados nesta apresentação</vt:lpstr>
      <vt:lpstr>O que é Kafka?</vt:lpstr>
      <vt:lpstr>O que o Kafka consegue fazer?</vt:lpstr>
      <vt:lpstr>O que é o Kafka Connect?</vt:lpstr>
      <vt:lpstr>O que é o Kafka Connect?</vt:lpstr>
      <vt:lpstr>O que é o AWS Lambda Sink Connector?</vt:lpstr>
      <vt:lpstr>Como o Sink Connector “chama” a lambda?</vt:lpstr>
      <vt:lpstr>Limites de envio de mensagens em lote</vt:lpstr>
      <vt:lpstr>Comportamento ao falhar</vt:lpstr>
      <vt:lpstr>Consumo das mensagens – modo SYNC</vt:lpstr>
      <vt:lpstr>Consumo das mensagens – modo ASYNC</vt:lpstr>
      <vt:lpstr>Processamento da 2ª onda de migração VQ/NPC</vt:lpstr>
      <vt:lpstr>Processamento da 2ª onda de migração VQ/NPC</vt:lpstr>
      <vt:lpstr>Processamento da 2ª onda de migração VQ/NPC</vt:lpstr>
      <vt:lpstr>Lições aprendidas</vt:lpstr>
      <vt:lpstr>Referências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Renata Cristina Amorim dos Santos</dc:creator>
  <cp:lastModifiedBy>Renata Cristina Amorim dos Santos</cp:lastModifiedBy>
  <cp:revision>1</cp:revision>
  <dcterms:created xsi:type="dcterms:W3CDTF">2025-03-17T23:56:25Z</dcterms:created>
  <dcterms:modified xsi:type="dcterms:W3CDTF">2025-03-18T07:17:13Z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